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82" r:id="rId3"/>
    <p:sldId id="280" r:id="rId4"/>
    <p:sldId id="281" r:id="rId5"/>
    <p:sldId id="283" r:id="rId6"/>
    <p:sldId id="259" r:id="rId7"/>
    <p:sldId id="260" r:id="rId8"/>
    <p:sldId id="262" r:id="rId9"/>
    <p:sldId id="263" r:id="rId10"/>
    <p:sldId id="284" r:id="rId11"/>
    <p:sldId id="265" r:id="rId12"/>
    <p:sldId id="269" r:id="rId13"/>
    <p:sldId id="285" r:id="rId14"/>
    <p:sldId id="273" r:id="rId15"/>
    <p:sldId id="274" r:id="rId16"/>
    <p:sldId id="275" r:id="rId17"/>
    <p:sldId id="279" r:id="rId18"/>
    <p:sldId id="286" r:id="rId19"/>
    <p:sldId id="271" r:id="rId20"/>
    <p:sldId id="272" r:id="rId21"/>
    <p:sldId id="276" r:id="rId22"/>
    <p:sldId id="277" r:id="rId23"/>
    <p:sldId id="278" r:id="rId24"/>
  </p:sldIdLst>
  <p:sldSz cx="12192000" cy="6858000"/>
  <p:notesSz cx="6858000" cy="9144000"/>
  <p:embeddedFontLs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Noto Sans JP Medium" panose="020B0200000000000000" pitchFamily="34" charset="-128"/>
      <p:regular r:id="rId30"/>
    </p:embeddedFont>
    <p:embeddedFont>
      <p:font typeface="Noto Sans KR Medium" panose="020B0200000000000000" pitchFamily="50" charset="-127"/>
      <p:regular r:id="rId31"/>
    </p:embeddedFont>
    <p:embeddedFont>
      <p:font typeface="맑은 고딕" panose="020B0503020000020004" pitchFamily="50" charset="-127"/>
      <p:regular r:id="rId32"/>
      <p:bold r:id="rId3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365D"/>
    <a:srgbClr val="0000FF"/>
    <a:srgbClr val="F7F4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099" autoAdjust="0"/>
  </p:normalViewPr>
  <p:slideViewPr>
    <p:cSldViewPr snapToGrid="0" snapToObjects="1">
      <p:cViewPr varScale="1">
        <p:scale>
          <a:sx n="102" d="100"/>
          <a:sy n="102" d="100"/>
        </p:scale>
        <p:origin x="114" y="1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23A0C6-2569-4923-A7A3-574951F728C1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2DB12-CB79-4F39-BF1C-1696C8EDE4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5175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FFCD8-F15E-4D62-8AFC-27CFABAE22B7}" type="datetime1">
              <a:rPr lang="en-US" altLang="ko-KR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CD430-2F69-4253-8BF9-D5684FFB2111}" type="datetime1">
              <a:rPr lang="en-US" altLang="ko-KR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283F6-4E60-4FD2-B8F6-9985B57C8EAA}" type="datetime1">
              <a:rPr lang="en-US" altLang="ko-KR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1A3CD-71E3-4C55-853C-C6F0601689AF}" type="datetime1">
              <a:rPr lang="en-US" altLang="ko-KR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7AA7E-F670-489E-BF64-06E8809FB2E2}" type="datetime1">
              <a:rPr lang="en-US" altLang="ko-KR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9959B-9783-45EA-B143-4FAC69D298B4}" type="datetime1">
              <a:rPr lang="en-US" altLang="ko-KR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C3C6F-E644-47AA-A64F-2493DB11E0EF}" type="datetime1">
              <a:rPr lang="en-US" altLang="ko-KR" smtClean="0"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892748" y="6356350"/>
            <a:ext cx="2133600" cy="365125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FD014-0D63-4953-B47D-136F04AC8885}" type="datetime1">
              <a:rPr lang="en-US" altLang="ko-KR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D8F76-5F86-4552-90D2-6BEE76C3F90D}" type="datetime1">
              <a:rPr lang="en-US" altLang="ko-KR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9E4B9-6EC9-4B74-BA58-E4CF0CAA5574}" type="datetime1">
              <a:rPr lang="en-US" altLang="ko-KR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646C0-B015-4327-BDF0-92224287341D}" type="datetime1">
              <a:rPr lang="en-US" altLang="ko-KR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3542F6-4645-43F7-BC3E-9067E32F095B}" type="datetime1">
              <a:rPr lang="en-US" altLang="ko-KR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77240" y="566928"/>
            <a:ext cx="3657600" cy="2883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한국역사연구회 제181회 공동연구발표회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042415"/>
            <a:ext cx="1143000" cy="41148"/>
          </a:xfrm>
          <a:prstGeom prst="rect">
            <a:avLst/>
          </a:prstGeom>
          <a:solidFill>
            <a:srgbClr val="B43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1830057"/>
            <a:ext cx="9966960" cy="64767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 dirty="0" err="1">
                <a:solidFill>
                  <a:srgbClr val="FFF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이돈화의</a:t>
            </a:r>
            <a:r>
              <a:rPr sz="3400" b="1" dirty="0">
                <a:solidFill>
                  <a:srgbClr val="FFF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sz="3400" b="1" dirty="0" err="1">
                <a:solidFill>
                  <a:srgbClr val="FFF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현상즉실재론</a:t>
            </a:r>
            <a:r>
              <a:rPr sz="3400" b="1" dirty="0">
                <a:solidFill>
                  <a:srgbClr val="FFF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sz="3400" b="1" dirty="0" err="1">
                <a:solidFill>
                  <a:srgbClr val="FFF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전유</a:t>
            </a:r>
            <a:r>
              <a:rPr lang="en-US" altLang="ko-KR" sz="3400" b="1" dirty="0">
                <a:solidFill>
                  <a:srgbClr val="FFF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: </a:t>
            </a:r>
            <a:r>
              <a:rPr lang="ko-KR" altLang="en-US" sz="3400" b="1" dirty="0">
                <a:solidFill>
                  <a:srgbClr val="FFF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개념에서 논법으로</a:t>
            </a:r>
            <a:endParaRPr sz="3400" b="1" dirty="0">
              <a:solidFill>
                <a:srgbClr val="FFFF00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5597" y="2528501"/>
            <a:ext cx="9509760" cy="40267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900" dirty="0">
                <a:solidFill>
                  <a:srgbClr val="FFF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- </a:t>
            </a:r>
            <a:r>
              <a:rPr lang="ko-KR" altLang="en-US" sz="1900" dirty="0">
                <a:solidFill>
                  <a:srgbClr val="FFF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이노우에의 유물론 반박은 어떻게 </a:t>
            </a:r>
            <a:r>
              <a:rPr lang="en-US" altLang="ko-KR" sz="1900" dirty="0">
                <a:solidFill>
                  <a:srgbClr val="FFF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‘</a:t>
            </a:r>
            <a:r>
              <a:rPr lang="ko-KR" altLang="en-US" sz="1900" dirty="0">
                <a:solidFill>
                  <a:srgbClr val="FFF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인내천 </a:t>
            </a:r>
            <a:r>
              <a:rPr lang="ko-KR" altLang="en-US" sz="1900" dirty="0" err="1">
                <a:solidFill>
                  <a:srgbClr val="FFF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논증’이</a:t>
            </a:r>
            <a:r>
              <a:rPr lang="ko-KR" altLang="en-US" sz="1900" dirty="0">
                <a:solidFill>
                  <a:srgbClr val="FFF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되었는가 </a:t>
            </a:r>
            <a:r>
              <a:rPr lang="en-US" altLang="ko-KR" sz="1900" dirty="0">
                <a:solidFill>
                  <a:srgbClr val="FFF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-</a:t>
            </a:r>
            <a:endParaRPr lang="ko-KR" altLang="en-US" sz="1900" dirty="0">
              <a:solidFill>
                <a:srgbClr val="FFFF00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4672" y="4736592"/>
            <a:ext cx="3840480" cy="3863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허수 | 서울대학교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5230368"/>
            <a:ext cx="6949440" cy="76136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dirty="0" err="1">
                <a:solidFill>
                  <a:srgbClr val="BFC4C7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개념사연구반</a:t>
            </a:r>
            <a:r>
              <a:rPr sz="1300" b="1" dirty="0">
                <a:solidFill>
                  <a:srgbClr val="BFC4C7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sz="1300" b="1" dirty="0">
                <a:solidFill>
                  <a:srgbClr val="BFC4C7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2026</a:t>
            </a:r>
            <a:r>
              <a:rPr lang="ko-KR" altLang="en-US" sz="1300" b="1" dirty="0">
                <a:solidFill>
                  <a:srgbClr val="BFC4C7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년 하계 학술발표회 </a:t>
            </a:r>
            <a:r>
              <a:rPr lang="en-US" altLang="ko-KR" sz="1300" b="1" dirty="0">
                <a:solidFill>
                  <a:srgbClr val="BFC4C7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“</a:t>
            </a:r>
            <a:r>
              <a:rPr lang="ko-KR" altLang="en-US" sz="1300" b="1" dirty="0">
                <a:solidFill>
                  <a:srgbClr val="BFC4C7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개념으로 읽는 근대 한국의 사상과 사회</a:t>
            </a:r>
            <a:r>
              <a:rPr lang="en-US" altLang="ko-KR" sz="1300" b="1" dirty="0">
                <a:solidFill>
                  <a:srgbClr val="BFC4C7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”</a:t>
            </a:r>
            <a:r>
              <a:rPr sz="1300" b="1" dirty="0">
                <a:solidFill>
                  <a:srgbClr val="BFC4C7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
2026. 8. 21. (금) · </a:t>
            </a:r>
            <a:r>
              <a:rPr lang="en-US" altLang="ko-KR" sz="1300" b="1" dirty="0">
                <a:solidFill>
                  <a:srgbClr val="BFC4C7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13:00-17:30. </a:t>
            </a:r>
            <a:r>
              <a:rPr sz="1300" b="1" dirty="0" err="1">
                <a:solidFill>
                  <a:srgbClr val="BFC4C7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한양대학교</a:t>
            </a:r>
            <a:r>
              <a:rPr sz="1300" b="1" dirty="0">
                <a:solidFill>
                  <a:srgbClr val="BFC4C7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sz="1300" b="1" dirty="0" err="1">
                <a:solidFill>
                  <a:srgbClr val="BFC4C7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인문관</a:t>
            </a:r>
            <a:r>
              <a:rPr sz="1300" b="1" dirty="0">
                <a:solidFill>
                  <a:srgbClr val="BFC4C7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205호</a:t>
            </a:r>
            <a:endParaRPr lang="en-US" altLang="ko-KR" sz="1300" b="1" dirty="0">
              <a:solidFill>
                <a:srgbClr val="BFC4C7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altLang="en-US" sz="1300" b="1" dirty="0">
                <a:solidFill>
                  <a:srgbClr val="BFC4C7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주관</a:t>
            </a:r>
            <a:r>
              <a:rPr lang="en-US" altLang="ko-KR" sz="1300" b="1" dirty="0">
                <a:solidFill>
                  <a:srgbClr val="BFC4C7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: </a:t>
            </a:r>
            <a:r>
              <a:rPr lang="ko-KR" altLang="en-US" sz="1300" b="1" dirty="0">
                <a:solidFill>
                  <a:srgbClr val="BFC4C7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한국역사연구회 개념사연구반</a:t>
            </a:r>
            <a:r>
              <a:rPr lang="en-US" altLang="ko-KR" sz="1300" b="1" dirty="0">
                <a:solidFill>
                  <a:srgbClr val="BFC4C7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, </a:t>
            </a:r>
            <a:r>
              <a:rPr lang="ko-KR" altLang="en-US" sz="1300" b="1" dirty="0">
                <a:solidFill>
                  <a:srgbClr val="BFC4C7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한양대학교 사학과</a:t>
            </a:r>
            <a:endParaRPr sz="1300" b="1" dirty="0">
              <a:solidFill>
                <a:srgbClr val="BFC4C7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03ADE6-6BEF-4A0D-B107-18735D6B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 dirty="0"/>
          </a:p>
        </p:txBody>
      </p:sp>
      <p:pic>
        <p:nvPicPr>
          <p:cNvPr id="10" name="Picture 9" descr="cover_1915_book_cover.jpg"/>
          <p:cNvPicPr>
            <a:picLocks noChangeAspect="1"/>
          </p:cNvPicPr>
          <p:nvPr/>
        </p:nvPicPr>
        <p:blipFill rotWithShape="1">
          <a:blip r:embed="rId2"/>
          <a:srcRect t="9340" r="32882" b="9499"/>
          <a:stretch/>
        </p:blipFill>
        <p:spPr>
          <a:xfrm>
            <a:off x="472646" y="547479"/>
            <a:ext cx="3299181" cy="4743928"/>
          </a:xfrm>
          <a:prstGeom prst="rect">
            <a:avLst/>
          </a:prstGeom>
        </p:spPr>
      </p:pic>
      <p:pic>
        <p:nvPicPr>
          <p:cNvPr id="11" name="Picture 10" descr="인내천요의-표지(초판)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0454" y="585187"/>
            <a:ext cx="3265383" cy="474392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2646" y="5629373"/>
            <a:ext cx="3208768" cy="4190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1915  『</a:t>
            </a:r>
            <a:r>
              <a:rPr sz="2000" b="1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哲學と宗敎</a:t>
            </a:r>
            <a:r>
              <a:rPr sz="20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4229" y="5671044"/>
            <a:ext cx="3431051" cy="4190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algn="ctr">
              <a:lnSpc>
                <a:spcPct val="115000"/>
              </a:lnSpc>
              <a:spcAft>
                <a:spcPts val="0"/>
              </a:spcAft>
              <a:defRPr sz="200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defRPr>
            </a:lvl1pPr>
          </a:lstStyle>
          <a:p>
            <a:r>
              <a:rPr dirty="0"/>
              <a:t>1924  『</a:t>
            </a:r>
            <a:r>
              <a:rPr dirty="0" err="1"/>
              <a:t>人乃天</a:t>
            </a:r>
            <a:r>
              <a:rPr lang="en-US" altLang="ko-KR" dirty="0"/>
              <a:t> -</a:t>
            </a:r>
            <a:r>
              <a:rPr dirty="0" err="1"/>
              <a:t>要義</a:t>
            </a:r>
            <a:r>
              <a:rPr lang="en-US" altLang="ko-KR" dirty="0"/>
              <a:t>-</a:t>
            </a:r>
            <a:r>
              <a:rPr dirty="0"/>
              <a:t>』 </a:t>
            </a:r>
            <a:r>
              <a:rPr dirty="0" err="1"/>
              <a:t>초판</a:t>
            </a:r>
            <a:endParaRPr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05D0DB-5125-4273-9EA2-C0F40D9202C5}"/>
              </a:ext>
            </a:extLst>
          </p:cNvPr>
          <p:cNvSpPr txBox="1"/>
          <p:nvPr/>
        </p:nvSpPr>
        <p:spPr>
          <a:xfrm>
            <a:off x="4216192" y="2247715"/>
            <a:ext cx="3909713" cy="11812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altLang="en-US" sz="3200" b="1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개념</a:t>
            </a:r>
            <a:r>
              <a:rPr lang="en-US" altLang="ko-KR" sz="3200" b="1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도식 뿐</a:t>
            </a:r>
            <a:r>
              <a:rPr sz="3200" b="1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sz="3200" b="1" dirty="0" err="1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아니라</a:t>
            </a:r>
            <a:r>
              <a:rPr sz="3200" b="1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endParaRPr lang="en-US" altLang="ko-KR" sz="3200" b="1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200" b="1" dirty="0" err="1">
                <a:solidFill>
                  <a:srgbClr val="FF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논법</a:t>
            </a:r>
            <a:r>
              <a:rPr lang="ko-KR" altLang="en-US" sz="3200" b="1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까지</a:t>
            </a:r>
            <a:r>
              <a:rPr lang="en-US" altLang="ko-KR" sz="3200" b="1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건</a:t>
            </a:r>
            <a:r>
              <a:rPr sz="3200" b="1" dirty="0" err="1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너왔는가</a:t>
            </a:r>
            <a:endParaRPr sz="3200" b="1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10709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461B065-E3A4-489B-B72E-AB35DC28FD24}"/>
              </a:ext>
            </a:extLst>
          </p:cNvPr>
          <p:cNvSpPr/>
          <p:nvPr/>
        </p:nvSpPr>
        <p:spPr>
          <a:xfrm>
            <a:off x="304799" y="878798"/>
            <a:ext cx="6912429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哲學と宗敎 序</a:t>
            </a:r>
            <a:endParaRPr lang="en-US" altLang="ko-KR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endParaRPr lang="ko-KR" altLang="en-US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r>
              <a:rPr lang="ko-KR" altLang="en-US" dirty="0">
                <a:solidFill>
                  <a:srgbClr val="0000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第一 哲學の要求及び將來</a:t>
            </a:r>
          </a:p>
          <a:p>
            <a:r>
              <a:rPr lang="ko-KR" altLang="en-US" dirty="0">
                <a:solidFill>
                  <a:srgbClr val="0000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	序論 / 第一 哲學の要求 / 第二 哲學の將來</a:t>
            </a:r>
          </a:p>
          <a:p>
            <a:r>
              <a:rPr lang="ko-KR" altLang="en-US" dirty="0">
                <a:solidFill>
                  <a:srgbClr val="0000FF"/>
                </a:solidFill>
                <a:highlight>
                  <a:srgbClr val="00FFFF"/>
                </a:highlight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第二 唯物論と唯心論とに對する實在論の哲學的價値</a:t>
            </a:r>
          </a:p>
          <a:p>
            <a:r>
              <a:rPr lang="ko-KR" altLang="en-US" dirty="0">
                <a:solidFill>
                  <a:srgbClr val="0000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第三 哲學上より見たる進化論</a:t>
            </a:r>
          </a:p>
          <a:p>
            <a:r>
              <a:rPr lang="ko-KR" altLang="en-US" dirty="0">
                <a:solidFill>
                  <a:srgbClr val="0000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第四 意志活動と自我概念</a:t>
            </a:r>
          </a:p>
          <a:p>
            <a:r>
              <a:rPr lang="ko-KR" altLang="en-US" dirty="0">
                <a:solidFill>
                  <a:srgbClr val="0000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第五 死生の問題に就いて</a:t>
            </a:r>
          </a:p>
          <a:p>
            <a:r>
              <a:rPr lang="ko-KR" altLang="en-US" dirty="0">
                <a:solidFill>
                  <a:srgbClr val="0000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第六 生命に伴ふ五種の特徴</a:t>
            </a:r>
          </a:p>
          <a:p>
            <a:r>
              <a:rPr lang="ko-KR" altLang="en-US" dirty="0">
                <a:solidFill>
                  <a:srgbClr val="0000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第七 生理學者の生命論</a:t>
            </a:r>
            <a:endParaRPr lang="en-US" altLang="ko-KR" dirty="0">
              <a:solidFill>
                <a:srgbClr val="0000FF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r>
              <a:rPr lang="en-US" altLang="ko-KR" dirty="0">
                <a:solidFill>
                  <a:srgbClr val="0000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        </a:t>
            </a:r>
            <a:r>
              <a:rPr lang="ko-KR" altLang="en-US" dirty="0">
                <a:solidFill>
                  <a:srgbClr val="0000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(主として永井博士の『生命論』を批評す)</a:t>
            </a:r>
          </a:p>
          <a:p>
            <a:r>
              <a:rPr lang="ko-KR" altLang="en-US" dirty="0">
                <a:solidFill>
                  <a:srgbClr val="0000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第八 メチニコフの學説に就いて</a:t>
            </a:r>
          </a:p>
          <a:p>
            <a:r>
              <a:rPr lang="ko-KR" altLang="en-US" dirty="0">
                <a:solidFill>
                  <a:srgbClr val="0000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第九 オイケンの哲學と我國の現狀</a:t>
            </a:r>
          </a:p>
          <a:p>
            <a:r>
              <a:rPr lang="ko-KR" altLang="en-US" dirty="0">
                <a:solidFill>
                  <a:srgbClr val="0000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第十 東西洋哲學思想の一致</a:t>
            </a:r>
          </a:p>
          <a:p>
            <a:r>
              <a:rPr lang="ko-KR" altLang="en-US" dirty="0">
                <a:solidFill>
                  <a:srgbClr val="0000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第十一 東洋哲學の特色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1E25ECF-73B0-4F2C-B578-DF36C084F993}"/>
              </a:ext>
            </a:extLst>
          </p:cNvPr>
          <p:cNvSpPr/>
          <p:nvPr/>
        </p:nvSpPr>
        <p:spPr>
          <a:xfrm>
            <a:off x="6879770" y="1089164"/>
            <a:ext cx="4822374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第十二 佛基二敎と神道</a:t>
            </a:r>
          </a:p>
          <a:p>
            <a:r>
              <a:rPr lang="ko-KR" altLang="en-US" dirty="0">
                <a:solidFill>
                  <a:srgbClr val="FF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第十三 基督敎と儒敎</a:t>
            </a:r>
          </a:p>
          <a:p>
            <a:r>
              <a:rPr lang="ko-KR" altLang="en-US" dirty="0">
                <a:solidFill>
                  <a:srgbClr val="FF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	一 ~ 六</a:t>
            </a:r>
          </a:p>
          <a:p>
            <a:r>
              <a:rPr lang="ko-KR" altLang="en-US" dirty="0">
                <a:solidFill>
                  <a:srgbClr val="FF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第十四 佛基二敎の差異點</a:t>
            </a:r>
          </a:p>
          <a:p>
            <a:r>
              <a:rPr lang="ko-KR" altLang="en-US" dirty="0">
                <a:solidFill>
                  <a:srgbClr val="FF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	一 ~ 五</a:t>
            </a:r>
          </a:p>
          <a:p>
            <a:r>
              <a:rPr lang="ko-KR" altLang="en-US" dirty="0">
                <a:solidFill>
                  <a:srgbClr val="FF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第十五 佛敎所感(活禪)</a:t>
            </a:r>
          </a:p>
          <a:p>
            <a:r>
              <a:rPr lang="ko-KR" altLang="en-US" dirty="0">
                <a:solidFill>
                  <a:srgbClr val="FF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第十六 我邦宗敎の將來</a:t>
            </a:r>
          </a:p>
          <a:p>
            <a:r>
              <a:rPr lang="ko-KR" altLang="en-US" dirty="0">
                <a:solidFill>
                  <a:srgbClr val="FF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第十七 我邦宗敎の革新</a:t>
            </a:r>
          </a:p>
          <a:p>
            <a:r>
              <a:rPr lang="ko-KR" altLang="en-US" dirty="0">
                <a:solidFill>
                  <a:srgbClr val="FF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第十八 我國に於ける宗敎と敎育</a:t>
            </a:r>
          </a:p>
          <a:p>
            <a:r>
              <a:rPr lang="ko-KR" altLang="en-US" dirty="0">
                <a:solidFill>
                  <a:srgbClr val="FF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第十九 死宗敎と活宗敎</a:t>
            </a:r>
          </a:p>
          <a:p>
            <a:r>
              <a:rPr lang="ko-KR" altLang="en-US" dirty="0">
                <a:solidFill>
                  <a:srgbClr val="FF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第二十 宣敎五十年記念の感想</a:t>
            </a:r>
          </a:p>
          <a:p>
            <a:r>
              <a:rPr lang="ko-KR" altLang="en-US" dirty="0">
                <a:solidFill>
                  <a:srgbClr val="FF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	一 ~ 四</a:t>
            </a:r>
          </a:p>
          <a:p>
            <a:r>
              <a:rPr lang="ko-KR" altLang="en-US" dirty="0">
                <a:solidFill>
                  <a:srgbClr val="FF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第廿一 我國宗敎の前途</a:t>
            </a:r>
          </a:p>
          <a:p>
            <a:r>
              <a:rPr lang="ko-KR" altLang="en-US" dirty="0">
                <a:solidFill>
                  <a:srgbClr val="FF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第廿二 日本に於ける宗敎の統一</a:t>
            </a:r>
          </a:p>
          <a:p>
            <a:r>
              <a:rPr lang="ko-KR" altLang="en-US" dirty="0">
                <a:solidFill>
                  <a:srgbClr val="FF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第廿三 今後の敎育と宗敎</a:t>
            </a:r>
          </a:p>
          <a:p>
            <a:r>
              <a:rPr lang="ko-KR" altLang="en-US" dirty="0">
                <a:solidFill>
                  <a:srgbClr val="FF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第廿四 古風の宗敎と現代の道徳</a:t>
            </a:r>
          </a:p>
          <a:p>
            <a:r>
              <a:rPr lang="ko-KR" altLang="en-US" dirty="0">
                <a:solidFill>
                  <a:srgbClr val="FF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第廿五 神道の過去及び將來</a:t>
            </a:r>
          </a:p>
          <a:p>
            <a:r>
              <a:rPr lang="ko-KR" altLang="en-US" dirty="0">
                <a:solidFill>
                  <a:srgbClr val="FF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第廿六 日本神話の新解釋</a:t>
            </a:r>
          </a:p>
          <a:p>
            <a:r>
              <a:rPr lang="ko-KR" altLang="en-US" dirty="0">
                <a:solidFill>
                  <a:srgbClr val="FF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[附錄] 一 日本民族の起原に關する考證</a:t>
            </a:r>
          </a:p>
          <a:p>
            <a:r>
              <a:rPr lang="ko-KR" altLang="en-US" dirty="0">
                <a:solidFill>
                  <a:srgbClr val="FF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[附錄] 二 近時の日本人種論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4075B6C-6724-4E75-97C8-4BDC01F51805}"/>
              </a:ext>
            </a:extLst>
          </p:cNvPr>
          <p:cNvSpPr/>
          <p:nvPr/>
        </p:nvSpPr>
        <p:spPr>
          <a:xfrm>
            <a:off x="4916736" y="408551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哲學と宗敎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A30E3A-183B-4EB1-82E9-DDA29CE1E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250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53CC68DC-6A73-4A83-9932-3DBB8B3A7E8A}"/>
              </a:ext>
            </a:extLst>
          </p:cNvPr>
          <p:cNvSpPr/>
          <p:nvPr/>
        </p:nvSpPr>
        <p:spPr>
          <a:xfrm>
            <a:off x="408214" y="1305341"/>
            <a:ext cx="5132614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第一章 緖言</a:t>
            </a:r>
          </a:p>
          <a:p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	第一節 新社會에 要하는 宗敎的 精神</a:t>
            </a:r>
          </a:p>
          <a:p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	第二節 新社會에 要하는 宗敎的 要素</a:t>
            </a:r>
          </a:p>
          <a:p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第二章 人乃天과天道</a:t>
            </a:r>
          </a:p>
          <a:p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	第一節 天道의 槪義</a:t>
            </a:r>
          </a:p>
          <a:p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	第二節 天道의 敎化</a:t>
            </a:r>
          </a:p>
          <a:p>
            <a:r>
              <a:rPr lang="ko-KR" altLang="en-US" dirty="0">
                <a:solidFill>
                  <a:srgbClr val="0000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第三章 人乃天과 眞理</a:t>
            </a:r>
          </a:p>
          <a:p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	第一節 天道敎의 宗旨</a:t>
            </a:r>
          </a:p>
          <a:p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	第二節 人乃天의 發源</a:t>
            </a:r>
          </a:p>
          <a:p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	第三節 人乃天의 信仰</a:t>
            </a:r>
          </a:p>
          <a:p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	</a:t>
            </a:r>
            <a:r>
              <a:rPr lang="ko-KR" altLang="en-US" b="1" dirty="0">
                <a:solidFill>
                  <a:srgbClr val="0000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第四節 人乃天의 哲理</a:t>
            </a:r>
          </a:p>
          <a:p>
            <a:pPr marL="990600" indent="-990600"/>
            <a:r>
              <a:rPr lang="ko-KR" altLang="en-US" b="1" dirty="0">
                <a:solidFill>
                  <a:srgbClr val="0000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	「實現思想과 人乃天」 / </a:t>
            </a:r>
            <a:r>
              <a:rPr lang="ko-KR" altLang="en-US" b="1" dirty="0">
                <a:solidFill>
                  <a:srgbClr val="FF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「實在와 人乃天」</a:t>
            </a:r>
            <a:r>
              <a:rPr lang="ko-KR" altLang="en-US" b="1" dirty="0">
                <a:solidFill>
                  <a:srgbClr val="0000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/ 「汎神觀과 人乃天」 / 「生命과 人乃天」 / 「意識과 人乃天」 / 「靈魂과 人乃天」 / 「進化와 人乃天」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A2E5334-6D72-4606-A224-5D439B1B5E14}"/>
              </a:ext>
            </a:extLst>
          </p:cNvPr>
          <p:cNvSpPr/>
          <p:nvPr/>
        </p:nvSpPr>
        <p:spPr>
          <a:xfrm>
            <a:off x="6493328" y="1369001"/>
            <a:ext cx="5132614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第四章 人乃天의 目的</a:t>
            </a:r>
          </a:p>
          <a:p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	第一節 神人關係</a:t>
            </a:r>
          </a:p>
          <a:p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	第二節 布德의 槪義</a:t>
            </a:r>
          </a:p>
          <a:p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	第三節 廣濟의 槪義</a:t>
            </a:r>
          </a:p>
          <a:p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第五章 人乃天의 修煉</a:t>
            </a:r>
          </a:p>
          <a:p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	第一節 修煉과 敎化의 特質</a:t>
            </a:r>
          </a:p>
          <a:p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	第二節 靈符(生魂)</a:t>
            </a:r>
          </a:p>
          <a:p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	第三節 呪文</a:t>
            </a:r>
          </a:p>
          <a:p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	第四節 心告</a:t>
            </a:r>
          </a:p>
          <a:p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	第五節 誠命</a:t>
            </a:r>
          </a:p>
          <a:p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	第六節 八節</a:t>
            </a:r>
          </a:p>
          <a:p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	第七節 自然</a:t>
            </a:r>
          </a:p>
          <a:p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第六章 人乃天에 對한 雜感</a:t>
            </a:r>
          </a:p>
          <a:p>
            <a:pPr marL="446088"/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一、全的 生活과 部分的 生活 / 二、善과 惡 / 三、 良心과 神 / 四、運命과 神 / 五、永生과 道德的 動機 / 六 世界三大宗教의 差異点과 人乃天 / 七 人乃天과 組織의 哲理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0D9FA8F-E801-4FF9-A3C5-906623262EAF}"/>
              </a:ext>
            </a:extLst>
          </p:cNvPr>
          <p:cNvSpPr/>
          <p:nvPr/>
        </p:nvSpPr>
        <p:spPr>
          <a:xfrm>
            <a:off x="4800882" y="490249"/>
            <a:ext cx="19447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人乃天-要義-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E3F802-7B63-4A2C-8D19-BF8667075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605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03ADE6-6BEF-4A0D-B107-18735D6B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05D0DB-5125-4273-9EA2-C0F40D9202C5}"/>
              </a:ext>
            </a:extLst>
          </p:cNvPr>
          <p:cNvSpPr txBox="1"/>
          <p:nvPr/>
        </p:nvSpPr>
        <p:spPr>
          <a:xfrm>
            <a:off x="1441052" y="2603904"/>
            <a:ext cx="9037972" cy="148290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ko-KR" altLang="ko-KR" sz="3200" b="1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이노우에의 책에서 </a:t>
            </a:r>
            <a:r>
              <a:rPr lang="ko-KR" altLang="ko-KR" sz="3200" b="1" dirty="0" err="1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이돈화의</a:t>
            </a:r>
            <a:r>
              <a:rPr lang="ko-KR" altLang="ko-KR" sz="3200" b="1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글과 </a:t>
            </a:r>
            <a:r>
              <a:rPr lang="ko-KR" altLang="ko-KR" sz="3200" b="1" dirty="0">
                <a:solidFill>
                  <a:srgbClr val="FF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어휘가 겹치는 곳</a:t>
            </a:r>
            <a:r>
              <a:rPr lang="ko-KR" altLang="ko-KR" sz="3200" b="1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은 철학의 논의였나 종교의 </a:t>
            </a:r>
            <a:r>
              <a:rPr lang="ko-KR" altLang="ko-KR" sz="3200" b="1" dirty="0" err="1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논의까지였나</a:t>
            </a:r>
            <a:endParaRPr sz="3200" b="1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4F997D-68A3-40F4-A45E-357F26F22531}"/>
              </a:ext>
            </a:extLst>
          </p:cNvPr>
          <p:cNvSpPr txBox="1"/>
          <p:nvPr/>
        </p:nvSpPr>
        <p:spPr>
          <a:xfrm>
            <a:off x="1365638" y="1165872"/>
            <a:ext cx="1226734" cy="11703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6600" b="1" dirty="0">
                <a:solidFill>
                  <a:srgbClr val="FFF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81384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640080"/>
            <a:ext cx="10607040" cy="5333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altLang="en-US" sz="2700" b="1" dirty="0">
                <a:solidFill>
                  <a:srgbClr val="1A365D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全數</a:t>
            </a:r>
            <a:r>
              <a:rPr sz="2700" b="1" dirty="0">
                <a:solidFill>
                  <a:srgbClr val="1A365D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sz="2700" b="1" dirty="0" err="1">
                <a:solidFill>
                  <a:srgbClr val="1A365D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비교</a:t>
            </a:r>
            <a:endParaRPr sz="2700" b="1" dirty="0">
              <a:solidFill>
                <a:srgbClr val="1A365D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1051560" cy="32004"/>
          </a:xfrm>
          <a:prstGeom prst="rect">
            <a:avLst/>
          </a:prstGeom>
          <a:solidFill>
            <a:srgbClr val="B43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743E6CF9-DEAE-4A4C-BDA1-76672C77FEC0}"/>
              </a:ext>
            </a:extLst>
          </p:cNvPr>
          <p:cNvGrpSpPr/>
          <p:nvPr/>
        </p:nvGrpSpPr>
        <p:grpSpPr>
          <a:xfrm>
            <a:off x="778087" y="2057400"/>
            <a:ext cx="10733835" cy="1874519"/>
            <a:chOff x="778087" y="2057400"/>
            <a:chExt cx="10733835" cy="1874519"/>
          </a:xfrm>
        </p:grpSpPr>
        <p:sp>
          <p:nvSpPr>
            <p:cNvPr id="6" name="Rounded Rectangle 5"/>
            <p:cNvSpPr/>
            <p:nvPr/>
          </p:nvSpPr>
          <p:spPr>
            <a:xfrm>
              <a:off x="778087" y="2057400"/>
              <a:ext cx="2286000" cy="1874519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7E3D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224923" y="2304288"/>
              <a:ext cx="365760" cy="4843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2400" b="1" dirty="0">
                  <a:solidFill>
                    <a:srgbClr val="B43228"/>
                  </a:solidFill>
                  <a:latin typeface="Noto Sans KR Medium" panose="020B0200000000000000" pitchFamily="50" charset="-127"/>
                </a:rPr>
                <a:t>①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224923" y="2761488"/>
              <a:ext cx="1920240" cy="41902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2000" b="1" dirty="0" err="1">
                  <a:solidFill>
                    <a:srgbClr val="1A365D"/>
                  </a:solidFill>
                  <a:latin typeface="Noto Sans KR Medium" panose="020B0200000000000000" pitchFamily="50" charset="-127"/>
                </a:rPr>
                <a:t>원문</a:t>
              </a:r>
              <a:r>
                <a:rPr sz="2000" b="1" dirty="0">
                  <a:solidFill>
                    <a:srgbClr val="1A365D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2000" b="1" dirty="0" err="1">
                  <a:solidFill>
                    <a:srgbClr val="1A365D"/>
                  </a:solidFill>
                  <a:latin typeface="Noto Sans KR Medium" panose="020B0200000000000000" pitchFamily="50" charset="-127"/>
                </a:rPr>
                <a:t>보존</a:t>
              </a:r>
              <a:endParaRPr sz="2000" b="1" dirty="0">
                <a:solidFill>
                  <a:srgbClr val="1A365D"/>
                </a:solidFill>
                <a:latin typeface="Noto Sans KR Medium" panose="020B0200000000000000" pitchFamily="50" charset="-127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224923" y="3218688"/>
              <a:ext cx="1920240" cy="32098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400" b="0" dirty="0" err="1">
                  <a:solidFill>
                    <a:srgbClr val="73787C"/>
                  </a:solidFill>
                  <a:latin typeface="Noto Sans KR Medium" panose="020B0200000000000000" pitchFamily="50" charset="-127"/>
                </a:rPr>
                <a:t>문단</a:t>
              </a:r>
              <a:r>
                <a:rPr sz="1400" b="0" dirty="0">
                  <a:solidFill>
                    <a:srgbClr val="73787C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400" b="0" dirty="0" err="1">
                  <a:solidFill>
                    <a:srgbClr val="73787C"/>
                  </a:solidFill>
                  <a:latin typeface="Noto Sans KR Medium" panose="020B0200000000000000" pitchFamily="50" charset="-127"/>
                </a:rPr>
                <a:t>구조</a:t>
              </a:r>
              <a:r>
                <a:rPr sz="1400" b="0" dirty="0">
                  <a:solidFill>
                    <a:srgbClr val="73787C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400" b="0" dirty="0" err="1">
                  <a:solidFill>
                    <a:srgbClr val="73787C"/>
                  </a:solidFill>
                  <a:latin typeface="Noto Sans KR Medium" panose="020B0200000000000000" pitchFamily="50" charset="-127"/>
                </a:rPr>
                <a:t>유지</a:t>
              </a:r>
              <a:endParaRPr sz="1400" b="0" dirty="0">
                <a:solidFill>
                  <a:srgbClr val="73787C"/>
                </a:solidFill>
                <a:latin typeface="Noto Sans KR Medium" panose="020B0200000000000000" pitchFamily="50" charset="-127"/>
              </a:endParaRPr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3109806" y="2999232"/>
              <a:ext cx="393193" cy="0"/>
            </a:xfrm>
            <a:prstGeom prst="line">
              <a:avLst/>
            </a:prstGeom>
            <a:ln w="2794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ounded Rectangle 10"/>
            <p:cNvSpPr/>
            <p:nvPr/>
          </p:nvSpPr>
          <p:spPr>
            <a:xfrm>
              <a:off x="3567006" y="2057400"/>
              <a:ext cx="2286000" cy="1874519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7E3D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013842" y="2304288"/>
              <a:ext cx="365760" cy="4843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2400" b="1" dirty="0">
                  <a:solidFill>
                    <a:srgbClr val="B43228"/>
                  </a:solidFill>
                  <a:latin typeface="Noto Sans KR Medium" panose="020B0200000000000000" pitchFamily="50" charset="-127"/>
                </a:rPr>
                <a:t>②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013842" y="2761488"/>
              <a:ext cx="1920240" cy="41902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2000" b="1" dirty="0" err="1">
                  <a:solidFill>
                    <a:srgbClr val="1A365D"/>
                  </a:solidFill>
                  <a:latin typeface="Noto Sans KR Medium" panose="020B0200000000000000" pitchFamily="50" charset="-127"/>
                </a:rPr>
                <a:t>같은</a:t>
              </a:r>
              <a:r>
                <a:rPr sz="2000" b="1" dirty="0">
                  <a:solidFill>
                    <a:srgbClr val="1A365D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2000" b="1" dirty="0" err="1">
                  <a:solidFill>
                    <a:srgbClr val="1A365D"/>
                  </a:solidFill>
                  <a:latin typeface="Noto Sans KR Medium" panose="020B0200000000000000" pitchFamily="50" charset="-127"/>
                </a:rPr>
                <a:t>단위화</a:t>
              </a:r>
              <a:endParaRPr sz="2000" b="1" dirty="0">
                <a:solidFill>
                  <a:srgbClr val="1A365D"/>
                </a:solidFill>
                <a:latin typeface="Noto Sans KR Medium" panose="020B0200000000000000" pitchFamily="50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013842" y="3218688"/>
              <a:ext cx="1920240" cy="32098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400" b="0" dirty="0" err="1">
                  <a:solidFill>
                    <a:srgbClr val="73787C"/>
                  </a:solidFill>
                  <a:latin typeface="Noto Sans KR Medium" panose="020B0200000000000000" pitchFamily="50" charset="-127"/>
                </a:rPr>
                <a:t>연속</a:t>
              </a:r>
              <a:r>
                <a:rPr sz="1400" b="0" dirty="0">
                  <a:solidFill>
                    <a:srgbClr val="73787C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400" b="0" dirty="0" err="1">
                  <a:solidFill>
                    <a:srgbClr val="73787C"/>
                  </a:solidFill>
                  <a:latin typeface="Noto Sans KR Medium" panose="020B0200000000000000" pitchFamily="50" charset="-127"/>
                </a:rPr>
                <a:t>다섯</a:t>
              </a:r>
              <a:r>
                <a:rPr sz="1400" b="0" dirty="0">
                  <a:solidFill>
                    <a:srgbClr val="73787C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400" b="0" dirty="0" err="1">
                  <a:solidFill>
                    <a:srgbClr val="73787C"/>
                  </a:solidFill>
                  <a:latin typeface="Noto Sans KR Medium" panose="020B0200000000000000" pitchFamily="50" charset="-127"/>
                </a:rPr>
                <a:t>문장</a:t>
              </a:r>
              <a:endParaRPr sz="1400" b="0" dirty="0">
                <a:solidFill>
                  <a:srgbClr val="73787C"/>
                </a:solidFill>
                <a:latin typeface="Noto Sans KR Medium" panose="020B0200000000000000" pitchFamily="50" charset="-127"/>
              </a:endParaRPr>
            </a:p>
          </p:txBody>
        </p:sp>
        <p:cxnSp>
          <p:nvCxnSpPr>
            <p:cNvPr id="15" name="Connector 14"/>
            <p:cNvCxnSpPr/>
            <p:nvPr/>
          </p:nvCxnSpPr>
          <p:spPr>
            <a:xfrm>
              <a:off x="5898727" y="2999232"/>
              <a:ext cx="393192" cy="0"/>
            </a:xfrm>
            <a:prstGeom prst="line">
              <a:avLst/>
            </a:prstGeom>
            <a:ln w="2794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ounded Rectangle 15"/>
            <p:cNvSpPr/>
            <p:nvPr/>
          </p:nvSpPr>
          <p:spPr>
            <a:xfrm>
              <a:off x="6355927" y="2057400"/>
              <a:ext cx="2286000" cy="1874519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7E3D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802763" y="2304288"/>
              <a:ext cx="365760" cy="4843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2400" b="1" dirty="0">
                  <a:solidFill>
                    <a:srgbClr val="B43228"/>
                  </a:solidFill>
                  <a:latin typeface="Noto Sans KR Medium" panose="020B0200000000000000" pitchFamily="50" charset="-127"/>
                </a:rPr>
                <a:t>③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802763" y="2761488"/>
              <a:ext cx="1920240" cy="41902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2000" b="1" dirty="0" err="1">
                  <a:solidFill>
                    <a:srgbClr val="1A365D"/>
                  </a:solidFill>
                  <a:latin typeface="Noto Sans KR Medium" panose="020B0200000000000000" pitchFamily="50" charset="-127"/>
                </a:rPr>
                <a:t>한자어</a:t>
              </a:r>
              <a:r>
                <a:rPr sz="2000" b="1" dirty="0">
                  <a:solidFill>
                    <a:srgbClr val="1A365D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2000" b="1" dirty="0" err="1">
                  <a:solidFill>
                    <a:srgbClr val="1A365D"/>
                  </a:solidFill>
                  <a:latin typeface="Noto Sans KR Medium" panose="020B0200000000000000" pitchFamily="50" charset="-127"/>
                </a:rPr>
                <a:t>정규화</a:t>
              </a:r>
              <a:endParaRPr sz="2000" b="1" dirty="0">
                <a:solidFill>
                  <a:srgbClr val="1A365D"/>
                </a:solidFill>
                <a:latin typeface="Noto Sans KR Medium" panose="020B0200000000000000" pitchFamily="50" charset="-127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802763" y="3218688"/>
              <a:ext cx="1920240" cy="32098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400" b="0" dirty="0">
                  <a:solidFill>
                    <a:srgbClr val="73787C"/>
                  </a:solidFill>
                  <a:latin typeface="Noto Sans KR Medium" panose="020B0200000000000000" pitchFamily="50" charset="-127"/>
                </a:rPr>
                <a:t>두 </a:t>
              </a:r>
              <a:r>
                <a:rPr sz="1400" b="0" dirty="0" err="1">
                  <a:solidFill>
                    <a:srgbClr val="73787C"/>
                  </a:solidFill>
                  <a:latin typeface="Noto Sans KR Medium" panose="020B0200000000000000" pitchFamily="50" charset="-127"/>
                </a:rPr>
                <a:t>글자</a:t>
              </a:r>
              <a:r>
                <a:rPr sz="1400" b="0" dirty="0">
                  <a:solidFill>
                    <a:srgbClr val="73787C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400" b="0" dirty="0" err="1">
                  <a:solidFill>
                    <a:srgbClr val="73787C"/>
                  </a:solidFill>
                  <a:latin typeface="Noto Sans KR Medium" panose="020B0200000000000000" pitchFamily="50" charset="-127"/>
                </a:rPr>
                <a:t>이상</a:t>
              </a:r>
              <a:endParaRPr sz="1400" b="0" dirty="0">
                <a:solidFill>
                  <a:srgbClr val="73787C"/>
                </a:solidFill>
                <a:latin typeface="Noto Sans KR Medium" panose="020B0200000000000000" pitchFamily="50" charset="-127"/>
              </a:endParaRPr>
            </a:p>
          </p:txBody>
        </p:sp>
        <p:cxnSp>
          <p:nvCxnSpPr>
            <p:cNvPr id="20" name="Connector 19"/>
            <p:cNvCxnSpPr/>
            <p:nvPr/>
          </p:nvCxnSpPr>
          <p:spPr>
            <a:xfrm>
              <a:off x="8687646" y="2999232"/>
              <a:ext cx="393193" cy="0"/>
            </a:xfrm>
            <a:prstGeom prst="line">
              <a:avLst/>
            </a:prstGeom>
            <a:ln w="2794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ounded Rectangle 20"/>
            <p:cNvSpPr/>
            <p:nvPr/>
          </p:nvSpPr>
          <p:spPr>
            <a:xfrm>
              <a:off x="9144846" y="2057400"/>
              <a:ext cx="2286000" cy="1874519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7E3D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591682" y="2304288"/>
              <a:ext cx="365760" cy="4843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2400" b="1" dirty="0">
                  <a:solidFill>
                    <a:srgbClr val="B43228"/>
                  </a:solidFill>
                  <a:latin typeface="Noto Sans KR Medium" panose="020B0200000000000000" pitchFamily="50" charset="-127"/>
                </a:rPr>
                <a:t>④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9591682" y="2761488"/>
              <a:ext cx="1920240" cy="41902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2000" b="1" dirty="0" err="1">
                  <a:solidFill>
                    <a:srgbClr val="1A365D"/>
                  </a:solidFill>
                  <a:latin typeface="Noto Sans KR Medium" panose="020B0200000000000000" pitchFamily="50" charset="-127"/>
                </a:rPr>
                <a:t>전수</a:t>
              </a:r>
              <a:r>
                <a:rPr sz="2000" b="1" dirty="0">
                  <a:solidFill>
                    <a:srgbClr val="1A365D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2000" b="1" dirty="0" err="1">
                  <a:solidFill>
                    <a:srgbClr val="1A365D"/>
                  </a:solidFill>
                  <a:latin typeface="Noto Sans KR Medium" panose="020B0200000000000000" pitchFamily="50" charset="-127"/>
                </a:rPr>
                <a:t>대조</a:t>
              </a:r>
              <a:endParaRPr sz="2000" b="1" dirty="0">
                <a:solidFill>
                  <a:srgbClr val="1A365D"/>
                </a:solidFill>
                <a:latin typeface="Noto Sans KR Medium" panose="020B0200000000000000" pitchFamily="50" charset="-127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9591682" y="3218688"/>
              <a:ext cx="1920240" cy="32098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400" b="0" dirty="0" err="1">
                  <a:solidFill>
                    <a:srgbClr val="73787C"/>
                  </a:solidFill>
                  <a:latin typeface="Noto Sans KR Medium" panose="020B0200000000000000" pitchFamily="50" charset="-127"/>
                </a:rPr>
                <a:t>모든</a:t>
              </a:r>
              <a:r>
                <a:rPr sz="1400" b="0" dirty="0">
                  <a:solidFill>
                    <a:srgbClr val="73787C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400" b="0" dirty="0" err="1">
                  <a:solidFill>
                    <a:srgbClr val="73787C"/>
                  </a:solidFill>
                  <a:latin typeface="Noto Sans KR Medium" panose="020B0200000000000000" pitchFamily="50" charset="-127"/>
                </a:rPr>
                <a:t>조합</a:t>
              </a:r>
              <a:endParaRPr sz="1400" b="0" dirty="0">
                <a:solidFill>
                  <a:srgbClr val="73787C"/>
                </a:solidFill>
                <a:latin typeface="Noto Sans KR Medium" panose="020B0200000000000000" pitchFamily="50" charset="-127"/>
              </a:endParaRP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768096" y="4910328"/>
            <a:ext cx="1042416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400" b="1" dirty="0" err="1">
                <a:solidFill>
                  <a:srgbClr val="20262C"/>
                </a:solidFill>
                <a:latin typeface="Noto Sans KR Medium" panose="020B0200000000000000" pitchFamily="50" charset="-127"/>
              </a:rPr>
              <a:t>빠뜨린</a:t>
            </a:r>
            <a:r>
              <a:rPr sz="2400" b="1" dirty="0">
                <a:solidFill>
                  <a:srgbClr val="20262C"/>
                </a:solidFill>
                <a:latin typeface="Noto Sans KR Medium" panose="020B0200000000000000" pitchFamily="50" charset="-127"/>
              </a:rPr>
              <a:t> </a:t>
            </a:r>
            <a:r>
              <a:rPr sz="2400" b="1" dirty="0" err="1">
                <a:solidFill>
                  <a:srgbClr val="20262C"/>
                </a:solidFill>
                <a:latin typeface="Noto Sans KR Medium" panose="020B0200000000000000" pitchFamily="50" charset="-127"/>
              </a:rPr>
              <a:t>대목도</a:t>
            </a:r>
            <a:r>
              <a:rPr sz="2400" b="1" dirty="0">
                <a:solidFill>
                  <a:srgbClr val="20262C"/>
                </a:solidFill>
                <a:latin typeface="Noto Sans KR Medium" panose="020B0200000000000000" pitchFamily="50" charset="-127"/>
              </a:rPr>
              <a:t>, </a:t>
            </a:r>
            <a:r>
              <a:rPr sz="2400" b="1" dirty="0" err="1">
                <a:solidFill>
                  <a:srgbClr val="20262C"/>
                </a:solidFill>
                <a:latin typeface="Noto Sans KR Medium" panose="020B0200000000000000" pitchFamily="50" charset="-127"/>
              </a:rPr>
              <a:t>결론에</a:t>
            </a:r>
            <a:r>
              <a:rPr sz="2400" b="1" dirty="0">
                <a:solidFill>
                  <a:srgbClr val="20262C"/>
                </a:solidFill>
                <a:latin typeface="Noto Sans KR Medium" panose="020B0200000000000000" pitchFamily="50" charset="-127"/>
              </a:rPr>
              <a:t> </a:t>
            </a:r>
            <a:r>
              <a:rPr sz="2400" b="1" dirty="0" err="1">
                <a:solidFill>
                  <a:srgbClr val="20262C"/>
                </a:solidFill>
                <a:latin typeface="Noto Sans KR Medium" panose="020B0200000000000000" pitchFamily="50" charset="-127"/>
              </a:rPr>
              <a:t>맞춰</a:t>
            </a:r>
            <a:r>
              <a:rPr sz="2400" b="1" dirty="0">
                <a:solidFill>
                  <a:srgbClr val="20262C"/>
                </a:solidFill>
                <a:latin typeface="Noto Sans KR Medium" panose="020B0200000000000000" pitchFamily="50" charset="-127"/>
              </a:rPr>
              <a:t> </a:t>
            </a:r>
            <a:r>
              <a:rPr sz="2400" b="1" dirty="0" err="1">
                <a:solidFill>
                  <a:srgbClr val="20262C"/>
                </a:solidFill>
                <a:latin typeface="Noto Sans KR Medium" panose="020B0200000000000000" pitchFamily="50" charset="-127"/>
              </a:rPr>
              <a:t>고른</a:t>
            </a:r>
            <a:r>
              <a:rPr sz="2400" b="1" dirty="0">
                <a:solidFill>
                  <a:srgbClr val="20262C"/>
                </a:solidFill>
                <a:latin typeface="Noto Sans KR Medium" panose="020B0200000000000000" pitchFamily="50" charset="-127"/>
              </a:rPr>
              <a:t> </a:t>
            </a:r>
            <a:r>
              <a:rPr sz="2400" b="1" dirty="0" err="1">
                <a:solidFill>
                  <a:srgbClr val="20262C"/>
                </a:solidFill>
                <a:latin typeface="Noto Sans KR Medium" panose="020B0200000000000000" pitchFamily="50" charset="-127"/>
              </a:rPr>
              <a:t>대목도</a:t>
            </a:r>
            <a:r>
              <a:rPr sz="2400" b="1" dirty="0">
                <a:solidFill>
                  <a:srgbClr val="20262C"/>
                </a:solidFill>
                <a:latin typeface="Noto Sans KR Medium" panose="020B0200000000000000" pitchFamily="50" charset="-127"/>
              </a:rPr>
              <a:t> </a:t>
            </a:r>
            <a:r>
              <a:rPr sz="2400" b="1" dirty="0" err="1">
                <a:solidFill>
                  <a:srgbClr val="20262C"/>
                </a:solidFill>
                <a:latin typeface="Noto Sans KR Medium" panose="020B0200000000000000" pitchFamily="50" charset="-127"/>
              </a:rPr>
              <a:t>남기지</a:t>
            </a:r>
            <a:r>
              <a:rPr sz="2400" b="1" dirty="0">
                <a:solidFill>
                  <a:srgbClr val="20262C"/>
                </a:solidFill>
                <a:latin typeface="Noto Sans KR Medium" panose="020B0200000000000000" pitchFamily="50" charset="-127"/>
              </a:rPr>
              <a:t> </a:t>
            </a:r>
            <a:r>
              <a:rPr sz="2400" b="1" dirty="0" err="1">
                <a:solidFill>
                  <a:srgbClr val="20262C"/>
                </a:solidFill>
                <a:latin typeface="Noto Sans KR Medium" panose="020B0200000000000000" pitchFamily="50" charset="-127"/>
              </a:rPr>
              <a:t>않는다</a:t>
            </a:r>
            <a:r>
              <a:rPr sz="2400" b="1" dirty="0">
                <a:solidFill>
                  <a:srgbClr val="20262C"/>
                </a:solidFill>
                <a:latin typeface="Noto Sans KR Medium" panose="020B0200000000000000" pitchFamily="50" charset="-127"/>
              </a:rPr>
              <a:t>.</a:t>
            </a:r>
          </a:p>
        </p:txBody>
      </p:sp>
      <p:sp>
        <p:nvSpPr>
          <p:cNvPr id="27" name="슬라이드 번호 개체 틀 26">
            <a:extLst>
              <a:ext uri="{FF2B5EF4-FFF2-40B4-BE49-F238E27FC236}">
                <a16:creationId xmlns:a16="http://schemas.microsoft.com/office/drawing/2014/main" id="{C965B4DA-EB22-40C6-9706-26478AB2F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그룹 31">
            <a:extLst>
              <a:ext uri="{FF2B5EF4-FFF2-40B4-BE49-F238E27FC236}">
                <a16:creationId xmlns:a16="http://schemas.microsoft.com/office/drawing/2014/main" id="{AC975FB2-20F6-4339-A517-C1FD8CD6D103}"/>
              </a:ext>
            </a:extLst>
          </p:cNvPr>
          <p:cNvGrpSpPr/>
          <p:nvPr/>
        </p:nvGrpSpPr>
        <p:grpSpPr>
          <a:xfrm>
            <a:off x="806370" y="1721902"/>
            <a:ext cx="10378439" cy="1975104"/>
            <a:chOff x="749808" y="1627632"/>
            <a:chExt cx="10378439" cy="1975104"/>
          </a:xfrm>
        </p:grpSpPr>
        <p:sp>
          <p:nvSpPr>
            <p:cNvPr id="6" name="Rectangle 5"/>
            <p:cNvSpPr/>
            <p:nvPr/>
          </p:nvSpPr>
          <p:spPr>
            <a:xfrm>
              <a:off x="749808" y="1627632"/>
              <a:ext cx="3886200" cy="493776"/>
            </a:xfrm>
            <a:prstGeom prst="rect">
              <a:avLst/>
            </a:prstGeom>
            <a:solidFill>
              <a:srgbClr val="1A365D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22959" y="1697676"/>
              <a:ext cx="3739896" cy="3536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600" b="1" dirty="0" err="1">
                  <a:solidFill>
                    <a:srgbClr val="FFFFFF"/>
                  </a:solidFill>
                  <a:latin typeface="Noto Sans KR Medium" panose="020B0200000000000000" pitchFamily="50" charset="-127"/>
                </a:rPr>
                <a:t>처리</a:t>
              </a:r>
              <a:r>
                <a:rPr sz="1600" b="1" dirty="0">
                  <a:solidFill>
                    <a:srgbClr val="FFFFFF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1" dirty="0" err="1">
                  <a:solidFill>
                    <a:srgbClr val="FFFFFF"/>
                  </a:solidFill>
                  <a:latin typeface="Noto Sans KR Medium" panose="020B0200000000000000" pitchFamily="50" charset="-127"/>
                </a:rPr>
                <a:t>단계</a:t>
              </a:r>
              <a:endParaRPr sz="1600" b="1" dirty="0">
                <a:solidFill>
                  <a:srgbClr val="FFFFFF"/>
                </a:solidFill>
                <a:latin typeface="Noto Sans KR Medium" panose="020B0200000000000000" pitchFamily="50" charset="-127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4636008" y="1627632"/>
              <a:ext cx="3246120" cy="493776"/>
            </a:xfrm>
            <a:prstGeom prst="rect">
              <a:avLst/>
            </a:prstGeom>
            <a:solidFill>
              <a:srgbClr val="1A365D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709160" y="1697676"/>
              <a:ext cx="3099815" cy="3536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600" b="1" dirty="0">
                  <a:solidFill>
                    <a:srgbClr val="FFFFFF"/>
                  </a:solidFill>
                  <a:latin typeface="Noto Sans KR Medium" panose="020B0200000000000000" pitchFamily="50" charset="-127"/>
                </a:rPr>
                <a:t>『</a:t>
              </a:r>
              <a:r>
                <a:rPr sz="1600" b="1" dirty="0" err="1">
                  <a:solidFill>
                    <a:srgbClr val="FFFFFF"/>
                  </a:solidFill>
                  <a:latin typeface="Noto Sans KR Medium" panose="020B0200000000000000" pitchFamily="50" charset="-127"/>
                </a:rPr>
                <a:t>철학과</a:t>
              </a:r>
              <a:r>
                <a:rPr sz="1600" b="1" dirty="0">
                  <a:solidFill>
                    <a:srgbClr val="FFFFFF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1" dirty="0" err="1">
                  <a:solidFill>
                    <a:srgbClr val="FFFFFF"/>
                  </a:solidFill>
                  <a:latin typeface="Noto Sans KR Medium" panose="020B0200000000000000" pitchFamily="50" charset="-127"/>
                </a:rPr>
                <a:t>종교</a:t>
              </a:r>
              <a:r>
                <a:rPr sz="1600" b="1" dirty="0">
                  <a:solidFill>
                    <a:srgbClr val="FFFFFF"/>
                  </a:solidFill>
                  <a:latin typeface="Noto Sans KR Medium" panose="020B0200000000000000" pitchFamily="50" charset="-127"/>
                </a:rPr>
                <a:t>』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7882127" y="1627632"/>
              <a:ext cx="3246120" cy="493776"/>
            </a:xfrm>
            <a:prstGeom prst="rect">
              <a:avLst/>
            </a:prstGeom>
            <a:solidFill>
              <a:srgbClr val="1A365D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955279" y="1697676"/>
              <a:ext cx="3099815" cy="3536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600" b="1" dirty="0">
                  <a:solidFill>
                    <a:srgbClr val="FFFFFF"/>
                  </a:solidFill>
                  <a:latin typeface="Noto Sans KR Medium" panose="020B0200000000000000" pitchFamily="50" charset="-127"/>
                </a:rPr>
                <a:t>『</a:t>
              </a:r>
              <a:r>
                <a:rPr sz="1600" b="1" dirty="0" err="1">
                  <a:solidFill>
                    <a:srgbClr val="FFFFFF"/>
                  </a:solidFill>
                  <a:latin typeface="Noto Sans KR Medium" panose="020B0200000000000000" pitchFamily="50" charset="-127"/>
                </a:rPr>
                <a:t>인내천요의</a:t>
              </a:r>
              <a:r>
                <a:rPr sz="1600" b="1" dirty="0">
                  <a:solidFill>
                    <a:srgbClr val="FFFFFF"/>
                  </a:solidFill>
                  <a:latin typeface="Noto Sans KR Medium" panose="020B0200000000000000" pitchFamily="50" charset="-127"/>
                </a:rPr>
                <a:t>』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49808" y="2121408"/>
              <a:ext cx="3886200" cy="493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22959" y="2194560"/>
              <a:ext cx="3739896" cy="34747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5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원문</a:t>
              </a:r>
              <a:r>
                <a:rPr sz="15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5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문단</a:t>
              </a:r>
              <a:r>
                <a:rPr sz="15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5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보존</a:t>
              </a:r>
              <a:endParaRPr sz="1500" b="0" dirty="0">
                <a:solidFill>
                  <a:srgbClr val="20262C"/>
                </a:solidFill>
                <a:latin typeface="Noto Sans KR Medium" panose="020B0200000000000000" pitchFamily="50" charset="-127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36008" y="2121408"/>
              <a:ext cx="3246120" cy="493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709160" y="2194560"/>
              <a:ext cx="3099815" cy="34747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5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626문단</a:t>
              </a:r>
              <a:r>
                <a:rPr lang="en-US" altLang="ko-KR" sz="15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     ←   796</a:t>
              </a:r>
              <a:r>
                <a:rPr lang="ko-KR" altLang="en-US" sz="15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쪽</a:t>
              </a:r>
              <a:endParaRPr sz="1500" b="0" dirty="0">
                <a:solidFill>
                  <a:srgbClr val="20262C"/>
                </a:solidFill>
                <a:latin typeface="Noto Sans KR Medium" panose="020B0200000000000000" pitchFamily="50" charset="-127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882127" y="2121408"/>
              <a:ext cx="3246120" cy="493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955279" y="2194560"/>
              <a:ext cx="3099815" cy="34747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>
                <a:lnSpc>
                  <a:spcPct val="115000"/>
                </a:lnSpc>
              </a:pPr>
              <a:r>
                <a:rPr sz="15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365문단</a:t>
              </a:r>
              <a:r>
                <a:rPr lang="en-US" altLang="ko-KR" sz="150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    ←   281</a:t>
              </a:r>
              <a:r>
                <a:rPr lang="ko-KR" altLang="en-US" sz="150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쪽</a:t>
              </a:r>
              <a:endParaRPr sz="1500" b="0" dirty="0">
                <a:solidFill>
                  <a:srgbClr val="20262C"/>
                </a:solidFill>
                <a:latin typeface="Noto Sans KR Medium" panose="020B0200000000000000" pitchFamily="50" charset="-127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49808" y="2615184"/>
              <a:ext cx="3886200" cy="493776"/>
            </a:xfrm>
            <a:prstGeom prst="rect">
              <a:avLst/>
            </a:prstGeom>
            <a:solidFill>
              <a:srgbClr val="F0EEE7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22959" y="2688336"/>
              <a:ext cx="3739896" cy="34747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5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연속</a:t>
              </a:r>
              <a:r>
                <a:rPr sz="15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5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다섯</a:t>
              </a:r>
              <a:r>
                <a:rPr sz="15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5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문장</a:t>
              </a:r>
              <a:r>
                <a:rPr sz="15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5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단위화</a:t>
              </a:r>
              <a:endParaRPr sz="1500" b="0" dirty="0">
                <a:solidFill>
                  <a:srgbClr val="20262C"/>
                </a:solidFill>
                <a:latin typeface="Noto Sans KR Medium" panose="020B0200000000000000" pitchFamily="50" charset="-127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636008" y="2615184"/>
              <a:ext cx="3246120" cy="493776"/>
            </a:xfrm>
            <a:prstGeom prst="rect">
              <a:avLst/>
            </a:prstGeom>
            <a:solidFill>
              <a:srgbClr val="F0EEE7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709160" y="2688336"/>
              <a:ext cx="3099815" cy="34747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5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2,195묶음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882127" y="2615184"/>
              <a:ext cx="3246120" cy="493776"/>
            </a:xfrm>
            <a:prstGeom prst="rect">
              <a:avLst/>
            </a:prstGeom>
            <a:solidFill>
              <a:srgbClr val="F0EEE7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955279" y="2688336"/>
              <a:ext cx="3099815" cy="34747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5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424묶음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749808" y="3108960"/>
              <a:ext cx="3886200" cy="493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22959" y="3182112"/>
              <a:ext cx="3739896" cy="34747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5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한자어</a:t>
              </a:r>
              <a:r>
                <a:rPr sz="15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5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추출·정규화</a:t>
              </a:r>
              <a:endParaRPr sz="1500" b="0" dirty="0">
                <a:solidFill>
                  <a:srgbClr val="20262C"/>
                </a:solidFill>
                <a:latin typeface="Noto Sans KR Medium" panose="020B0200000000000000" pitchFamily="50" charset="-127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4636008" y="3108960"/>
              <a:ext cx="3246120" cy="493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709160" y="3182112"/>
              <a:ext cx="3099815" cy="34747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5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39,782개 (</a:t>
              </a:r>
              <a:r>
                <a:rPr sz="15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고유</a:t>
              </a:r>
              <a:r>
                <a:rPr sz="15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9,173)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7882127" y="3108960"/>
              <a:ext cx="3246120" cy="493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955279" y="3182112"/>
              <a:ext cx="3099815" cy="34747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5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15,657개 (</a:t>
              </a:r>
              <a:r>
                <a:rPr sz="15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고유</a:t>
              </a:r>
              <a:r>
                <a:rPr sz="15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4,333)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758952" y="4187952"/>
            <a:ext cx="10515600" cy="64767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400" b="1" dirty="0">
                <a:solidFill>
                  <a:srgbClr val="1A365D"/>
                </a:solidFill>
                <a:latin typeface="Noto Sans KR Medium" panose="020B0200000000000000" pitchFamily="50" charset="-127"/>
              </a:rPr>
              <a:t>2,195묶음 × 424묶음 = 930,680쌍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" y="50932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400" b="1" dirty="0">
                <a:solidFill>
                  <a:srgbClr val="B43228"/>
                </a:solidFill>
                <a:latin typeface="Noto Sans KR Medium" panose="020B0200000000000000" pitchFamily="50" charset="-127"/>
              </a:rPr>
              <a:t>84.0%에는 </a:t>
            </a:r>
            <a:r>
              <a:rPr sz="2400" b="1" dirty="0" err="1">
                <a:solidFill>
                  <a:srgbClr val="B43228"/>
                </a:solidFill>
                <a:latin typeface="Noto Sans KR Medium" panose="020B0200000000000000" pitchFamily="50" charset="-127"/>
              </a:rPr>
              <a:t>공통</a:t>
            </a:r>
            <a:r>
              <a:rPr sz="2400" b="1" dirty="0">
                <a:solidFill>
                  <a:srgbClr val="B43228"/>
                </a:solidFill>
                <a:latin typeface="Noto Sans KR Medium" panose="020B0200000000000000" pitchFamily="50" charset="-127"/>
              </a:rPr>
              <a:t> </a:t>
            </a:r>
            <a:r>
              <a:rPr sz="2400" b="1" dirty="0" err="1">
                <a:solidFill>
                  <a:srgbClr val="B43228"/>
                </a:solidFill>
                <a:latin typeface="Noto Sans KR Medium" panose="020B0200000000000000" pitchFamily="50" charset="-127"/>
              </a:rPr>
              <a:t>한자어가</a:t>
            </a:r>
            <a:r>
              <a:rPr sz="2400" b="1" dirty="0">
                <a:solidFill>
                  <a:srgbClr val="B43228"/>
                </a:solidFill>
                <a:latin typeface="Noto Sans KR Medium" panose="020B0200000000000000" pitchFamily="50" charset="-127"/>
              </a:rPr>
              <a:t> </a:t>
            </a:r>
            <a:r>
              <a:rPr sz="2400" b="1" dirty="0" err="1">
                <a:solidFill>
                  <a:srgbClr val="B43228"/>
                </a:solidFill>
                <a:latin typeface="Noto Sans KR Medium" panose="020B0200000000000000" pitchFamily="50" charset="-127"/>
              </a:rPr>
              <a:t>하나도</a:t>
            </a:r>
            <a:r>
              <a:rPr sz="2400" b="1" dirty="0">
                <a:solidFill>
                  <a:srgbClr val="B43228"/>
                </a:solidFill>
                <a:latin typeface="Noto Sans KR Medium" panose="020B0200000000000000" pitchFamily="50" charset="-127"/>
              </a:rPr>
              <a:t> </a:t>
            </a:r>
            <a:r>
              <a:rPr sz="2400" b="1" dirty="0" err="1">
                <a:solidFill>
                  <a:srgbClr val="B43228"/>
                </a:solidFill>
                <a:latin typeface="Noto Sans KR Medium" panose="020B0200000000000000" pitchFamily="50" charset="-127"/>
              </a:rPr>
              <a:t>없다</a:t>
            </a:r>
            <a:endParaRPr sz="2400" b="1" dirty="0">
              <a:solidFill>
                <a:srgbClr val="B43228"/>
              </a:solidFill>
              <a:latin typeface="Noto Sans KR Medium" panose="020B0200000000000000" pitchFamily="50" charset="-127"/>
            </a:endParaRPr>
          </a:p>
        </p:txBody>
      </p:sp>
      <p:sp>
        <p:nvSpPr>
          <p:cNvPr id="33" name="슬라이드 번호 개체 틀 32">
            <a:extLst>
              <a:ext uri="{FF2B5EF4-FFF2-40B4-BE49-F238E27FC236}">
                <a16:creationId xmlns:a16="http://schemas.microsoft.com/office/drawing/2014/main" id="{A34B8172-0112-4542-9A32-5817AA8A4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77240" y="1572768"/>
            <a:ext cx="10241280" cy="4190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 dirty="0">
                <a:solidFill>
                  <a:srgbClr val="20262C"/>
                </a:solidFill>
                <a:latin typeface="Noto Sans KR Medium" panose="020B0200000000000000" pitchFamily="50" charset="-127"/>
              </a:rPr>
              <a:t>긴 </a:t>
            </a:r>
            <a:r>
              <a:rPr sz="2000" b="0" dirty="0" err="1">
                <a:solidFill>
                  <a:srgbClr val="20262C"/>
                </a:solidFill>
                <a:latin typeface="Noto Sans KR Medium" panose="020B0200000000000000" pitchFamily="50" charset="-127"/>
              </a:rPr>
              <a:t>장일수록</a:t>
            </a:r>
            <a:r>
              <a:rPr sz="2000" b="0" dirty="0">
                <a:solidFill>
                  <a:srgbClr val="20262C"/>
                </a:solidFill>
                <a:latin typeface="Noto Sans KR Medium" panose="020B0200000000000000" pitchFamily="50" charset="-127"/>
              </a:rPr>
              <a:t> </a:t>
            </a:r>
            <a:r>
              <a:rPr sz="2000" b="0" dirty="0" err="1">
                <a:solidFill>
                  <a:srgbClr val="20262C"/>
                </a:solidFill>
                <a:latin typeface="Noto Sans KR Medium" panose="020B0200000000000000" pitchFamily="50" charset="-127"/>
              </a:rPr>
              <a:t>유리하지</a:t>
            </a:r>
            <a:r>
              <a:rPr sz="2000" b="0" dirty="0">
                <a:solidFill>
                  <a:srgbClr val="20262C"/>
                </a:solidFill>
                <a:latin typeface="Noto Sans KR Medium" panose="020B0200000000000000" pitchFamily="50" charset="-127"/>
              </a:rPr>
              <a:t> </a:t>
            </a:r>
            <a:r>
              <a:rPr sz="2000" b="0" dirty="0" err="1">
                <a:solidFill>
                  <a:srgbClr val="20262C"/>
                </a:solidFill>
                <a:latin typeface="Noto Sans KR Medium" panose="020B0200000000000000" pitchFamily="50" charset="-127"/>
              </a:rPr>
              <a:t>않도록</a:t>
            </a:r>
            <a:r>
              <a:rPr sz="2000" b="0" dirty="0">
                <a:solidFill>
                  <a:srgbClr val="20262C"/>
                </a:solidFill>
                <a:latin typeface="Noto Sans KR Medium" panose="020B0200000000000000" pitchFamily="50" charset="-127"/>
              </a:rPr>
              <a:t>, </a:t>
            </a:r>
            <a:r>
              <a:rPr sz="2000" b="0" dirty="0" err="1">
                <a:solidFill>
                  <a:srgbClr val="20262C"/>
                </a:solidFill>
                <a:latin typeface="Noto Sans KR Medium" panose="020B0200000000000000" pitchFamily="50" charset="-127"/>
              </a:rPr>
              <a:t>묶음</a:t>
            </a:r>
            <a:r>
              <a:rPr sz="2000" b="0" dirty="0">
                <a:solidFill>
                  <a:srgbClr val="20262C"/>
                </a:solidFill>
                <a:latin typeface="Noto Sans KR Medium" panose="020B0200000000000000" pitchFamily="50" charset="-127"/>
              </a:rPr>
              <a:t> 100개당 </a:t>
            </a:r>
            <a:r>
              <a:rPr sz="2000" b="0" dirty="0" err="1">
                <a:solidFill>
                  <a:srgbClr val="20262C"/>
                </a:solidFill>
                <a:latin typeface="Noto Sans KR Medium" panose="020B0200000000000000" pitchFamily="50" charset="-127"/>
              </a:rPr>
              <a:t>유효한</a:t>
            </a:r>
            <a:r>
              <a:rPr sz="2000" b="0" dirty="0">
                <a:solidFill>
                  <a:srgbClr val="20262C"/>
                </a:solidFill>
                <a:latin typeface="Noto Sans KR Medium" panose="020B0200000000000000" pitchFamily="50" charset="-127"/>
              </a:rPr>
              <a:t> </a:t>
            </a:r>
            <a:r>
              <a:rPr sz="2000" b="0" dirty="0" err="1">
                <a:solidFill>
                  <a:srgbClr val="20262C"/>
                </a:solidFill>
                <a:latin typeface="Noto Sans KR Medium" panose="020B0200000000000000" pitchFamily="50" charset="-127"/>
              </a:rPr>
              <a:t>겹침쌍으로</a:t>
            </a:r>
            <a:r>
              <a:rPr sz="2000" b="0" dirty="0">
                <a:solidFill>
                  <a:srgbClr val="20262C"/>
                </a:solidFill>
                <a:latin typeface="Noto Sans KR Medium" panose="020B0200000000000000" pitchFamily="50" charset="-127"/>
              </a:rPr>
              <a:t> </a:t>
            </a:r>
            <a:r>
              <a:rPr sz="2000" b="0" dirty="0" err="1">
                <a:solidFill>
                  <a:srgbClr val="20262C"/>
                </a:solidFill>
                <a:latin typeface="Noto Sans KR Medium" panose="020B0200000000000000" pitchFamily="50" charset="-127"/>
              </a:rPr>
              <a:t>고쳐</a:t>
            </a:r>
            <a:r>
              <a:rPr sz="2000" b="0" dirty="0">
                <a:solidFill>
                  <a:srgbClr val="20262C"/>
                </a:solidFill>
                <a:latin typeface="Noto Sans KR Medium" panose="020B0200000000000000" pitchFamily="50" charset="-127"/>
              </a:rPr>
              <a:t> </a:t>
            </a:r>
            <a:r>
              <a:rPr sz="2000" b="0" dirty="0" err="1">
                <a:solidFill>
                  <a:srgbClr val="20262C"/>
                </a:solidFill>
                <a:latin typeface="Noto Sans KR Medium" panose="020B0200000000000000" pitchFamily="50" charset="-127"/>
              </a:rPr>
              <a:t>센다</a:t>
            </a:r>
            <a:r>
              <a:rPr sz="2000" b="0" dirty="0">
                <a:solidFill>
                  <a:srgbClr val="20262C"/>
                </a:solidFill>
                <a:latin typeface="Noto Sans KR Medium" panose="020B0200000000000000" pitchFamily="50" charset="-127"/>
              </a:rPr>
              <a:t>.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65542A5F-43B9-4C76-8A59-7D8E933FEE5B}"/>
              </a:ext>
            </a:extLst>
          </p:cNvPr>
          <p:cNvGrpSpPr/>
          <p:nvPr/>
        </p:nvGrpSpPr>
        <p:grpSpPr>
          <a:xfrm>
            <a:off x="914400" y="2404872"/>
            <a:ext cx="9829800" cy="2430705"/>
            <a:chOff x="914400" y="2404872"/>
            <a:chExt cx="9829800" cy="2430705"/>
          </a:xfrm>
        </p:grpSpPr>
        <p:sp>
          <p:nvSpPr>
            <p:cNvPr id="7" name="TextBox 6"/>
            <p:cNvSpPr txBox="1"/>
            <p:nvPr/>
          </p:nvSpPr>
          <p:spPr>
            <a:xfrm>
              <a:off x="914400" y="2423160"/>
              <a:ext cx="822960" cy="38632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800" b="1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철학</a:t>
              </a:r>
              <a:endParaRPr sz="1800" b="1" dirty="0">
                <a:solidFill>
                  <a:srgbClr val="20262C"/>
                </a:solidFill>
                <a:latin typeface="Noto Sans KR Medium" panose="020B0200000000000000" pitchFamily="50" charset="-127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11680" y="2423160"/>
              <a:ext cx="7096201" cy="347472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829800" y="2404872"/>
              <a:ext cx="914400" cy="41902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r">
                <a:lnSpc>
                  <a:spcPct val="115000"/>
                </a:lnSpc>
                <a:spcAft>
                  <a:spcPts val="0"/>
                </a:spcAft>
              </a:pPr>
              <a:r>
                <a:rPr sz="2000" b="1" dirty="0">
                  <a:solidFill>
                    <a:srgbClr val="1A365D"/>
                  </a:solidFill>
                  <a:latin typeface="Noto Sans KR Medium" panose="020B0200000000000000" pitchFamily="50" charset="-127"/>
                </a:rPr>
                <a:t>37.4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14400" y="3429000"/>
              <a:ext cx="822960" cy="38632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800" b="1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종교</a:t>
              </a:r>
              <a:endParaRPr sz="1800" b="1" dirty="0">
                <a:solidFill>
                  <a:srgbClr val="20262C"/>
                </a:solidFill>
                <a:latin typeface="Noto Sans KR Medium" panose="020B0200000000000000" pitchFamily="50" charset="-127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011680" y="3429000"/>
              <a:ext cx="3623995" cy="3474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9829800" y="3410712"/>
              <a:ext cx="914400" cy="41902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r">
                <a:lnSpc>
                  <a:spcPct val="115000"/>
                </a:lnSpc>
                <a:spcAft>
                  <a:spcPts val="0"/>
                </a:spcAft>
              </a:pPr>
              <a:r>
                <a:rPr sz="2000" b="1" dirty="0">
                  <a:solidFill>
                    <a:srgbClr val="0070C0"/>
                  </a:solidFill>
                  <a:latin typeface="Noto Sans KR Medium" panose="020B0200000000000000" pitchFamily="50" charset="-127"/>
                </a:rPr>
                <a:t>19.1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14400" y="4434840"/>
              <a:ext cx="822960" cy="38632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800" b="1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부록</a:t>
              </a:r>
              <a:endParaRPr sz="1800" b="1" dirty="0">
                <a:solidFill>
                  <a:srgbClr val="20262C"/>
                </a:solidFill>
                <a:latin typeface="Noto Sans KR Medium" panose="020B0200000000000000" pitchFamily="50" charset="-127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011680" y="4434840"/>
              <a:ext cx="170764" cy="347472"/>
            </a:xfrm>
            <a:prstGeom prst="rect">
              <a:avLst/>
            </a:prstGeom>
            <a:solidFill>
              <a:srgbClr val="73787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829800" y="4416552"/>
              <a:ext cx="914400" cy="41902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r">
                <a:lnSpc>
                  <a:spcPct val="115000"/>
                </a:lnSpc>
                <a:spcAft>
                  <a:spcPts val="0"/>
                </a:spcAft>
              </a:pPr>
              <a:r>
                <a:rPr sz="2000" b="1" dirty="0">
                  <a:solidFill>
                    <a:srgbClr val="73787C"/>
                  </a:solidFill>
                  <a:latin typeface="Noto Sans KR Medium" panose="020B0200000000000000" pitchFamily="50" charset="-127"/>
                </a:rPr>
                <a:t>0.9</a:t>
              </a: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804672" y="5669280"/>
            <a:ext cx="10241280" cy="4190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1" dirty="0" err="1">
                <a:solidFill>
                  <a:srgbClr val="73787C"/>
                </a:solidFill>
                <a:latin typeface="Noto Sans KR Medium" panose="020B0200000000000000" pitchFamily="50" charset="-127"/>
              </a:rPr>
              <a:t>어휘가</a:t>
            </a:r>
            <a:r>
              <a:rPr sz="2000" b="1" dirty="0">
                <a:solidFill>
                  <a:srgbClr val="73787C"/>
                </a:solidFill>
                <a:latin typeface="Noto Sans KR Medium" panose="020B0200000000000000" pitchFamily="50" charset="-127"/>
              </a:rPr>
              <a:t> </a:t>
            </a:r>
            <a:r>
              <a:rPr sz="2000" b="1" dirty="0" err="1">
                <a:solidFill>
                  <a:srgbClr val="73787C"/>
                </a:solidFill>
                <a:latin typeface="Noto Sans KR Medium" panose="020B0200000000000000" pitchFamily="50" charset="-127"/>
              </a:rPr>
              <a:t>드물게</a:t>
            </a:r>
            <a:r>
              <a:rPr sz="2000" b="1" dirty="0">
                <a:solidFill>
                  <a:srgbClr val="73787C"/>
                </a:solidFill>
                <a:latin typeface="Noto Sans KR Medium" panose="020B0200000000000000" pitchFamily="50" charset="-127"/>
              </a:rPr>
              <a:t> </a:t>
            </a:r>
            <a:r>
              <a:rPr sz="2000" b="1" dirty="0" err="1">
                <a:solidFill>
                  <a:srgbClr val="73787C"/>
                </a:solidFill>
                <a:latin typeface="Noto Sans KR Medium" panose="020B0200000000000000" pitchFamily="50" charset="-127"/>
              </a:rPr>
              <a:t>겹치는</a:t>
            </a:r>
            <a:r>
              <a:rPr sz="2000" b="1" dirty="0">
                <a:solidFill>
                  <a:srgbClr val="73787C"/>
                </a:solidFill>
                <a:latin typeface="Noto Sans KR Medium" panose="020B0200000000000000" pitchFamily="50" charset="-127"/>
              </a:rPr>
              <a:t> </a:t>
            </a:r>
            <a:r>
              <a:rPr sz="2000" b="1" dirty="0" err="1">
                <a:solidFill>
                  <a:srgbClr val="73787C"/>
                </a:solidFill>
                <a:latin typeface="Noto Sans KR Medium" panose="020B0200000000000000" pitchFamily="50" charset="-127"/>
              </a:rPr>
              <a:t>자리를</a:t>
            </a:r>
            <a:r>
              <a:rPr sz="2000" b="1" dirty="0">
                <a:solidFill>
                  <a:srgbClr val="73787C"/>
                </a:solidFill>
                <a:latin typeface="Noto Sans KR Medium" panose="020B0200000000000000" pitchFamily="50" charset="-127"/>
              </a:rPr>
              <a:t>, </a:t>
            </a:r>
            <a:r>
              <a:rPr sz="2000" b="1" dirty="0" err="1">
                <a:solidFill>
                  <a:srgbClr val="73787C"/>
                </a:solidFill>
                <a:latin typeface="Noto Sans KR Medium" panose="020B0200000000000000" pitchFamily="50" charset="-127"/>
              </a:rPr>
              <a:t>선택이</a:t>
            </a:r>
            <a:r>
              <a:rPr sz="2000" b="1" dirty="0">
                <a:solidFill>
                  <a:srgbClr val="73787C"/>
                </a:solidFill>
                <a:latin typeface="Noto Sans KR Medium" panose="020B0200000000000000" pitchFamily="50" charset="-127"/>
              </a:rPr>
              <a:t> </a:t>
            </a:r>
            <a:r>
              <a:rPr sz="2000" b="1" dirty="0" err="1">
                <a:solidFill>
                  <a:srgbClr val="73787C"/>
                </a:solidFill>
                <a:latin typeface="Noto Sans KR Medium" panose="020B0200000000000000" pitchFamily="50" charset="-127"/>
              </a:rPr>
              <a:t>아니라</a:t>
            </a:r>
            <a:r>
              <a:rPr sz="2000" b="1" dirty="0">
                <a:solidFill>
                  <a:srgbClr val="73787C"/>
                </a:solidFill>
                <a:latin typeface="Noto Sans KR Medium" panose="020B0200000000000000" pitchFamily="50" charset="-127"/>
              </a:rPr>
              <a:t> </a:t>
            </a:r>
            <a:r>
              <a:rPr sz="2000" b="1" dirty="0" err="1">
                <a:solidFill>
                  <a:srgbClr val="73787C"/>
                </a:solidFill>
                <a:latin typeface="Noto Sans KR Medium" panose="020B0200000000000000" pitchFamily="50" charset="-127"/>
              </a:rPr>
              <a:t>분포로</a:t>
            </a:r>
            <a:r>
              <a:rPr sz="2000" b="1" dirty="0">
                <a:solidFill>
                  <a:srgbClr val="73787C"/>
                </a:solidFill>
                <a:latin typeface="Noto Sans KR Medium" panose="020B0200000000000000" pitchFamily="50" charset="-127"/>
              </a:rPr>
              <a:t> </a:t>
            </a:r>
            <a:r>
              <a:rPr sz="2000" b="1" dirty="0" err="1">
                <a:solidFill>
                  <a:srgbClr val="73787C"/>
                </a:solidFill>
                <a:latin typeface="Noto Sans KR Medium" panose="020B0200000000000000" pitchFamily="50" charset="-127"/>
              </a:rPr>
              <a:t>찾는다</a:t>
            </a:r>
            <a:r>
              <a:rPr sz="2000" b="1" dirty="0">
                <a:solidFill>
                  <a:srgbClr val="73787C"/>
                </a:solidFill>
                <a:latin typeface="Noto Sans KR Medium" panose="020B0200000000000000" pitchFamily="50" charset="-127"/>
              </a:rPr>
              <a:t>.</a:t>
            </a: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9086709C-1820-49FF-8266-4B152D6F0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17654" y="5249787"/>
            <a:ext cx="4356692" cy="5333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 dirty="0" err="1">
                <a:solidFill>
                  <a:srgbClr val="C00000"/>
                </a:solidFill>
                <a:latin typeface="Noto Sans KR Medium" panose="020B0200000000000000" pitchFamily="50" charset="-127"/>
              </a:rPr>
              <a:t>겹침은</a:t>
            </a:r>
            <a:r>
              <a:rPr sz="2700" b="1" dirty="0">
                <a:solidFill>
                  <a:srgbClr val="C00000"/>
                </a:solidFill>
                <a:latin typeface="Noto Sans KR Medium" panose="020B0200000000000000" pitchFamily="50" charset="-127"/>
              </a:rPr>
              <a:t> </a:t>
            </a:r>
            <a:r>
              <a:rPr sz="2700" b="1" dirty="0" err="1">
                <a:solidFill>
                  <a:srgbClr val="C00000"/>
                </a:solidFill>
                <a:latin typeface="Noto Sans KR Medium" panose="020B0200000000000000" pitchFamily="50" charset="-127"/>
              </a:rPr>
              <a:t>철학의</a:t>
            </a:r>
            <a:r>
              <a:rPr sz="2700" b="1" dirty="0">
                <a:solidFill>
                  <a:srgbClr val="C00000"/>
                </a:solidFill>
                <a:latin typeface="Noto Sans KR Medium" panose="020B0200000000000000" pitchFamily="50" charset="-127"/>
              </a:rPr>
              <a:t> 네 </a:t>
            </a:r>
            <a:r>
              <a:rPr sz="2700" b="1" dirty="0" err="1">
                <a:solidFill>
                  <a:srgbClr val="C00000"/>
                </a:solidFill>
                <a:latin typeface="Noto Sans KR Medium" panose="020B0200000000000000" pitchFamily="50" charset="-127"/>
              </a:rPr>
              <a:t>장에</a:t>
            </a:r>
            <a:r>
              <a:rPr sz="2700" b="1" dirty="0">
                <a:solidFill>
                  <a:srgbClr val="C00000"/>
                </a:solidFill>
                <a:latin typeface="Noto Sans KR Medium" panose="020B0200000000000000" pitchFamily="50" charset="-127"/>
              </a:rPr>
              <a:t> </a:t>
            </a:r>
            <a:r>
              <a:rPr sz="2700" b="1" dirty="0" err="1">
                <a:solidFill>
                  <a:srgbClr val="C00000"/>
                </a:solidFill>
                <a:latin typeface="Noto Sans KR Medium" panose="020B0200000000000000" pitchFamily="50" charset="-127"/>
              </a:rPr>
              <a:t>모인다</a:t>
            </a:r>
            <a:endParaRPr sz="2700" b="1" dirty="0">
              <a:solidFill>
                <a:srgbClr val="C00000"/>
              </a:solidFill>
              <a:latin typeface="Noto Sans KR Medium" panose="020B0200000000000000" pitchFamily="50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994FD79C-2FE9-4F1E-A528-66BACC0F8CE3}"/>
              </a:ext>
            </a:extLst>
          </p:cNvPr>
          <p:cNvGrpSpPr/>
          <p:nvPr/>
        </p:nvGrpSpPr>
        <p:grpSpPr>
          <a:xfrm>
            <a:off x="1302969" y="2114156"/>
            <a:ext cx="9326880" cy="2468880"/>
            <a:chOff x="731520" y="1417320"/>
            <a:chExt cx="9326880" cy="2468880"/>
          </a:xfrm>
        </p:grpSpPr>
        <p:sp>
          <p:nvSpPr>
            <p:cNvPr id="6" name="Rectangle 5"/>
            <p:cNvSpPr/>
            <p:nvPr/>
          </p:nvSpPr>
          <p:spPr>
            <a:xfrm>
              <a:off x="731520" y="1417320"/>
              <a:ext cx="1828800" cy="493776"/>
            </a:xfrm>
            <a:prstGeom prst="rect">
              <a:avLst/>
            </a:prstGeom>
            <a:solidFill>
              <a:srgbClr val="1A365D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04672" y="1487364"/>
              <a:ext cx="1682496" cy="3536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600" b="1" dirty="0" err="1">
                  <a:solidFill>
                    <a:srgbClr val="FFFFFF"/>
                  </a:solidFill>
                  <a:latin typeface="Noto Sans KR Medium" panose="020B0200000000000000" pitchFamily="50" charset="-127"/>
                </a:rPr>
                <a:t>순위</a:t>
              </a:r>
              <a:endParaRPr sz="1600" b="1" dirty="0">
                <a:solidFill>
                  <a:srgbClr val="FFFFFF"/>
                </a:solidFill>
                <a:latin typeface="Noto Sans KR Medium" panose="020B0200000000000000" pitchFamily="50" charset="-127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560320" y="1417320"/>
              <a:ext cx="5669280" cy="493776"/>
            </a:xfrm>
            <a:prstGeom prst="rect">
              <a:avLst/>
            </a:prstGeom>
            <a:solidFill>
              <a:srgbClr val="1A365D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633472" y="1487364"/>
              <a:ext cx="5522976" cy="3536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600" b="1" dirty="0" err="1">
                  <a:solidFill>
                    <a:srgbClr val="FFFFFF"/>
                  </a:solidFill>
                  <a:latin typeface="Noto Sans KR Medium" panose="020B0200000000000000" pitchFamily="50" charset="-127"/>
                </a:rPr>
                <a:t>정독할</a:t>
              </a:r>
              <a:r>
                <a:rPr sz="1600" b="1" dirty="0">
                  <a:solidFill>
                    <a:srgbClr val="FFFFFF"/>
                  </a:solidFill>
                  <a:latin typeface="Noto Sans KR Medium" panose="020B0200000000000000" pitchFamily="50" charset="-127"/>
                </a:rPr>
                <a:t> 장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8229600" y="1417320"/>
              <a:ext cx="1828800" cy="493776"/>
            </a:xfrm>
            <a:prstGeom prst="rect">
              <a:avLst/>
            </a:prstGeom>
            <a:solidFill>
              <a:srgbClr val="1A365D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302752" y="1487364"/>
              <a:ext cx="1682496" cy="3536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600" b="1" dirty="0" err="1">
                  <a:solidFill>
                    <a:srgbClr val="FFFFFF"/>
                  </a:solidFill>
                  <a:latin typeface="Noto Sans KR Medium" panose="020B0200000000000000" pitchFamily="50" charset="-127"/>
                </a:rPr>
                <a:t>밀도</a:t>
              </a:r>
              <a:endParaRPr sz="1600" b="1" dirty="0">
                <a:solidFill>
                  <a:srgbClr val="FFFFFF"/>
                </a:solidFill>
                <a:latin typeface="Noto Sans KR Medium" panose="020B0200000000000000" pitchFamily="50" charset="-127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31520" y="1911095"/>
              <a:ext cx="1828800" cy="493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04672" y="1981141"/>
              <a:ext cx="1682496" cy="3536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1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560320" y="1911095"/>
              <a:ext cx="5669280" cy="493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633472" y="1981141"/>
              <a:ext cx="5522976" cy="3536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제6장 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생명에</a:t>
              </a: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따르는</a:t>
              </a: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다섯</a:t>
              </a: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특징</a:t>
              </a:r>
              <a:endParaRPr sz="1600" b="0" dirty="0">
                <a:solidFill>
                  <a:srgbClr val="20262C"/>
                </a:solidFill>
                <a:latin typeface="Noto Sans KR Medium" panose="020B0200000000000000" pitchFamily="50" charset="-127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229600" y="1911095"/>
              <a:ext cx="1828800" cy="493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302752" y="1981141"/>
              <a:ext cx="1682496" cy="3536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90.6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31520" y="2404872"/>
              <a:ext cx="1828800" cy="493776"/>
            </a:xfrm>
            <a:prstGeom prst="rect">
              <a:avLst/>
            </a:prstGeom>
            <a:solidFill>
              <a:srgbClr val="F0EEE7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04672" y="2474917"/>
              <a:ext cx="1682496" cy="3536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3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2560320" y="2404872"/>
              <a:ext cx="5669280" cy="493776"/>
            </a:xfrm>
            <a:prstGeom prst="rect">
              <a:avLst/>
            </a:prstGeom>
            <a:solidFill>
              <a:srgbClr val="F0EEE7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633472" y="2474917"/>
              <a:ext cx="5522976" cy="3536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제2장 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유물론·유심론에</a:t>
              </a: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대한</a:t>
              </a: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실재론의</a:t>
              </a: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가치</a:t>
              </a:r>
              <a:endParaRPr sz="1600" b="0" dirty="0">
                <a:solidFill>
                  <a:srgbClr val="20262C"/>
                </a:solidFill>
                <a:latin typeface="Noto Sans KR Medium" panose="020B0200000000000000" pitchFamily="50" charset="-127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229600" y="2404872"/>
              <a:ext cx="1828800" cy="493776"/>
            </a:xfrm>
            <a:prstGeom prst="rect">
              <a:avLst/>
            </a:prstGeom>
            <a:solidFill>
              <a:srgbClr val="F0EEE7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302752" y="2474917"/>
              <a:ext cx="1682496" cy="3536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57.1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731520" y="2898648"/>
              <a:ext cx="1828800" cy="493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04672" y="2968693"/>
              <a:ext cx="1682496" cy="3536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4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560320" y="2898648"/>
              <a:ext cx="5669280" cy="493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633472" y="2968693"/>
              <a:ext cx="5522976" cy="3536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제5장 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사생의</a:t>
              </a: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문제</a:t>
              </a:r>
              <a:endParaRPr sz="1600" b="0" dirty="0">
                <a:solidFill>
                  <a:srgbClr val="20262C"/>
                </a:solidFill>
                <a:latin typeface="Noto Sans KR Medium" panose="020B0200000000000000" pitchFamily="50" charset="-127"/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8229600" y="2898648"/>
              <a:ext cx="1828800" cy="493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8302752" y="2968693"/>
              <a:ext cx="1682496" cy="3536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50.6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731520" y="3392424"/>
              <a:ext cx="1828800" cy="493776"/>
            </a:xfrm>
            <a:prstGeom prst="rect">
              <a:avLst/>
            </a:prstGeom>
            <a:solidFill>
              <a:srgbClr val="F0EEE7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804672" y="3462469"/>
              <a:ext cx="1682496" cy="3536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6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2560320" y="3392424"/>
              <a:ext cx="5669280" cy="493776"/>
            </a:xfrm>
            <a:prstGeom prst="rect">
              <a:avLst/>
            </a:prstGeom>
            <a:solidFill>
              <a:srgbClr val="F0EEE7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633472" y="3462469"/>
              <a:ext cx="5522976" cy="3536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제7장 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생리학자의</a:t>
              </a: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생명론</a:t>
              </a:r>
              <a:endParaRPr sz="1600" b="0" dirty="0">
                <a:solidFill>
                  <a:srgbClr val="20262C"/>
                </a:solidFill>
                <a:latin typeface="Noto Sans KR Medium" panose="020B0200000000000000" pitchFamily="50" charset="-127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8229600" y="3392424"/>
              <a:ext cx="1828800" cy="493776"/>
            </a:xfrm>
            <a:prstGeom prst="rect">
              <a:avLst/>
            </a:prstGeom>
            <a:solidFill>
              <a:srgbClr val="F0EEE7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302752" y="3462469"/>
              <a:ext cx="1682496" cy="3536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46.5</a:t>
              </a:r>
            </a:p>
          </p:txBody>
        </p:sp>
      </p:grpSp>
      <p:sp>
        <p:nvSpPr>
          <p:cNvPr id="36" name="슬라이드 번호 개체 틀 35">
            <a:extLst>
              <a:ext uri="{FF2B5EF4-FFF2-40B4-BE49-F238E27FC236}">
                <a16:creationId xmlns:a16="http://schemas.microsoft.com/office/drawing/2014/main" id="{AF4558D8-FD6D-4982-B2C7-985A5A70A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03ADE6-6BEF-4A0D-B107-18735D6B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2748" y="6361418"/>
            <a:ext cx="2133600" cy="365125"/>
          </a:xfrm>
          <a:noFill/>
        </p:spPr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05D0DB-5125-4273-9EA2-C0F40D9202C5}"/>
              </a:ext>
            </a:extLst>
          </p:cNvPr>
          <p:cNvSpPr txBox="1"/>
          <p:nvPr/>
        </p:nvSpPr>
        <p:spPr>
          <a:xfrm>
            <a:off x="1879964" y="2590467"/>
            <a:ext cx="8173039" cy="148290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ko-KR" altLang="ko-KR" sz="3200" b="1" dirty="0">
                <a:solidFill>
                  <a:srgbClr val="FF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유물론</a:t>
            </a:r>
            <a:r>
              <a:rPr lang="ko-KR" altLang="ko-KR" sz="3200" b="1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을 </a:t>
            </a:r>
            <a:r>
              <a:rPr lang="ko-KR" altLang="ko-KR" sz="3200" b="1" dirty="0">
                <a:solidFill>
                  <a:srgbClr val="FF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반박</a:t>
            </a:r>
            <a:r>
              <a:rPr lang="ko-KR" altLang="ko-KR" sz="3200" b="1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하는 논</a:t>
            </a:r>
            <a:r>
              <a:rPr lang="ko-KR" altLang="en-US" sz="3200" b="1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법은</a:t>
            </a:r>
            <a:r>
              <a:rPr lang="ko-KR" altLang="ko-KR" sz="3200" b="1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endParaRPr lang="en-US" altLang="ko-KR" sz="3200" b="1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ko-KR" altLang="ko-KR" sz="3200" b="1" dirty="0" err="1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이돈화</a:t>
            </a:r>
            <a:r>
              <a:rPr lang="ko-KR" altLang="ko-KR" sz="3200" b="1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자신의 것이었나 이노우에의 것이었나</a:t>
            </a:r>
            <a:r>
              <a:rPr lang="en-US" altLang="ko-KR" sz="3200" b="1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  <a:endParaRPr sz="3200" b="1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2736BE-8ECB-4C55-B971-3489A24A349A}"/>
              </a:ext>
            </a:extLst>
          </p:cNvPr>
          <p:cNvSpPr txBox="1"/>
          <p:nvPr/>
        </p:nvSpPr>
        <p:spPr>
          <a:xfrm>
            <a:off x="1365638" y="1165872"/>
            <a:ext cx="1226734" cy="11703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6600" b="1" dirty="0">
                <a:solidFill>
                  <a:srgbClr val="FFF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0</a:t>
            </a:r>
            <a:r>
              <a:rPr lang="en-US" altLang="ko-KR" sz="6600" b="1" dirty="0">
                <a:solidFill>
                  <a:srgbClr val="FFF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2</a:t>
            </a:r>
            <a:endParaRPr sz="6600" b="1" dirty="0">
              <a:solidFill>
                <a:srgbClr val="FFFF00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00341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640080"/>
            <a:ext cx="10607040" cy="5333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 dirty="0" err="1">
                <a:solidFill>
                  <a:srgbClr val="1A365D"/>
                </a:solidFill>
                <a:latin typeface="Noto Sans KR Medium" panose="020B0200000000000000" pitchFamily="50" charset="-127"/>
              </a:rPr>
              <a:t>논증의</a:t>
            </a:r>
            <a:r>
              <a:rPr sz="2700" b="1" dirty="0">
                <a:solidFill>
                  <a:srgbClr val="1A365D"/>
                </a:solidFill>
                <a:latin typeface="Noto Sans KR Medium" panose="020B0200000000000000" pitchFamily="50" charset="-127"/>
              </a:rPr>
              <a:t> </a:t>
            </a:r>
            <a:r>
              <a:rPr sz="2700" b="1" dirty="0" err="1">
                <a:solidFill>
                  <a:srgbClr val="1A365D"/>
                </a:solidFill>
                <a:latin typeface="Noto Sans KR Medium" panose="020B0200000000000000" pitchFamily="50" charset="-127"/>
              </a:rPr>
              <a:t>마디와</a:t>
            </a:r>
            <a:r>
              <a:rPr sz="2700" b="1" dirty="0">
                <a:solidFill>
                  <a:srgbClr val="1A365D"/>
                </a:solidFill>
                <a:latin typeface="Noto Sans KR Medium" panose="020B0200000000000000" pitchFamily="50" charset="-127"/>
              </a:rPr>
              <a:t> </a:t>
            </a:r>
            <a:r>
              <a:rPr sz="2700" b="1" dirty="0" err="1">
                <a:solidFill>
                  <a:srgbClr val="1A365D"/>
                </a:solidFill>
                <a:latin typeface="Noto Sans KR Medium" panose="020B0200000000000000" pitchFamily="50" charset="-127"/>
              </a:rPr>
              <a:t>순서를</a:t>
            </a:r>
            <a:r>
              <a:rPr sz="2700" b="1" dirty="0">
                <a:solidFill>
                  <a:srgbClr val="1A365D"/>
                </a:solidFill>
                <a:latin typeface="Noto Sans KR Medium" panose="020B0200000000000000" pitchFamily="50" charset="-127"/>
              </a:rPr>
              <a:t> </a:t>
            </a:r>
            <a:r>
              <a:rPr sz="2700" b="1" dirty="0" err="1">
                <a:solidFill>
                  <a:srgbClr val="1A365D"/>
                </a:solidFill>
                <a:latin typeface="Noto Sans KR Medium" panose="020B0200000000000000" pitchFamily="50" charset="-127"/>
              </a:rPr>
              <a:t>맞댄다</a:t>
            </a:r>
            <a:endParaRPr sz="2700" b="1" dirty="0">
              <a:solidFill>
                <a:srgbClr val="1A365D"/>
              </a:solidFill>
              <a:latin typeface="Noto Sans KR Medium" panose="020B0200000000000000" pitchFamily="50" charset="-127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1051560" cy="32004"/>
          </a:xfrm>
          <a:prstGeom prst="rect">
            <a:avLst/>
          </a:prstGeom>
          <a:solidFill>
            <a:srgbClr val="B43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68680" y="2103120"/>
            <a:ext cx="2971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7E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1069848" y="2423160"/>
            <a:ext cx="2560320" cy="4190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1" dirty="0" err="1">
                <a:solidFill>
                  <a:srgbClr val="1A365D"/>
                </a:solidFill>
                <a:latin typeface="Noto Sans KR Medium" panose="020B0200000000000000" pitchFamily="50" charset="-127"/>
              </a:rPr>
              <a:t>무엇을</a:t>
            </a:r>
            <a:r>
              <a:rPr sz="2000" b="1" dirty="0">
                <a:solidFill>
                  <a:srgbClr val="1A365D"/>
                </a:solidFill>
                <a:latin typeface="Noto Sans KR Medium" panose="020B0200000000000000" pitchFamily="50" charset="-127"/>
              </a:rPr>
              <a:t> </a:t>
            </a:r>
            <a:r>
              <a:rPr sz="2000" b="1" dirty="0" err="1">
                <a:solidFill>
                  <a:srgbClr val="1A365D"/>
                </a:solidFill>
                <a:latin typeface="Noto Sans KR Medium" panose="020B0200000000000000" pitchFamily="50" charset="-127"/>
              </a:rPr>
              <a:t>세우는가</a:t>
            </a:r>
            <a:endParaRPr sz="2000" b="1" dirty="0">
              <a:solidFill>
                <a:srgbClr val="1A365D"/>
              </a:solidFill>
              <a:latin typeface="Noto Sans KR Medium" panose="020B0200000000000000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9848" y="2944368"/>
            <a:ext cx="2560320" cy="3536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0" dirty="0" err="1">
                <a:solidFill>
                  <a:srgbClr val="73787C"/>
                </a:solidFill>
                <a:latin typeface="Noto Sans KR Medium" panose="020B0200000000000000" pitchFamily="50" charset="-127"/>
              </a:rPr>
              <a:t>물질·정신</a:t>
            </a:r>
            <a:r>
              <a:rPr sz="1600" b="0" dirty="0">
                <a:solidFill>
                  <a:srgbClr val="73787C"/>
                </a:solidFill>
                <a:latin typeface="Noto Sans KR Medium" panose="020B0200000000000000" pitchFamily="50" charset="-127"/>
              </a:rPr>
              <a:t> 두 </a:t>
            </a:r>
            <a:r>
              <a:rPr sz="1600" b="0" dirty="0" err="1">
                <a:solidFill>
                  <a:srgbClr val="73787C"/>
                </a:solidFill>
                <a:latin typeface="Noto Sans KR Medium" panose="020B0200000000000000" pitchFamily="50" charset="-127"/>
              </a:rPr>
              <a:t>입장</a:t>
            </a:r>
            <a:endParaRPr sz="1600" b="0" dirty="0">
              <a:solidFill>
                <a:srgbClr val="73787C"/>
              </a:solidFill>
              <a:latin typeface="Noto Sans KR Medium" panose="020B0200000000000000" pitchFamily="50" charset="-127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3886200" y="2834640"/>
            <a:ext cx="576072" cy="0"/>
          </a:xfrm>
          <a:prstGeom prst="line">
            <a:avLst/>
          </a:prstGeom>
          <a:ln w="2794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572000" y="2103120"/>
            <a:ext cx="2971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7E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4773168" y="2423160"/>
            <a:ext cx="2560320" cy="4190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1" dirty="0" err="1">
                <a:solidFill>
                  <a:srgbClr val="1A365D"/>
                </a:solidFill>
                <a:latin typeface="Noto Sans KR Medium" panose="020B0200000000000000" pitchFamily="50" charset="-127"/>
              </a:rPr>
              <a:t>무엇을</a:t>
            </a:r>
            <a:r>
              <a:rPr sz="2000" b="1" dirty="0">
                <a:solidFill>
                  <a:srgbClr val="1A365D"/>
                </a:solidFill>
                <a:latin typeface="Noto Sans KR Medium" panose="020B0200000000000000" pitchFamily="50" charset="-127"/>
              </a:rPr>
              <a:t> </a:t>
            </a:r>
            <a:r>
              <a:rPr sz="2000" b="1" dirty="0" err="1">
                <a:solidFill>
                  <a:srgbClr val="1A365D"/>
                </a:solidFill>
                <a:latin typeface="Noto Sans KR Medium" panose="020B0200000000000000" pitchFamily="50" charset="-127"/>
              </a:rPr>
              <a:t>비판하는가</a:t>
            </a:r>
            <a:endParaRPr sz="2000" b="1" dirty="0">
              <a:solidFill>
                <a:srgbClr val="1A365D"/>
              </a:solidFill>
              <a:latin typeface="Noto Sans KR Medium" panose="020B0200000000000000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73168" y="2944368"/>
            <a:ext cx="2560320" cy="3536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0" dirty="0" err="1">
                <a:solidFill>
                  <a:srgbClr val="73787C"/>
                </a:solidFill>
                <a:latin typeface="Noto Sans KR Medium" panose="020B0200000000000000" pitchFamily="50" charset="-127"/>
              </a:rPr>
              <a:t>유물론의</a:t>
            </a:r>
            <a:r>
              <a:rPr sz="1600" b="0" dirty="0">
                <a:solidFill>
                  <a:srgbClr val="73787C"/>
                </a:solidFill>
                <a:latin typeface="Noto Sans KR Medium" panose="020B0200000000000000" pitchFamily="50" charset="-127"/>
              </a:rPr>
              <a:t> </a:t>
            </a:r>
            <a:r>
              <a:rPr sz="1600" b="0" dirty="0" err="1">
                <a:solidFill>
                  <a:srgbClr val="73787C"/>
                </a:solidFill>
                <a:latin typeface="Noto Sans KR Medium" panose="020B0200000000000000" pitchFamily="50" charset="-127"/>
              </a:rPr>
              <a:t>논점</a:t>
            </a:r>
            <a:endParaRPr sz="1600" b="0" dirty="0">
              <a:solidFill>
                <a:srgbClr val="73787C"/>
              </a:solidFill>
              <a:latin typeface="Noto Sans KR Medium" panose="020B0200000000000000" pitchFamily="50" charset="-127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7589520" y="2834640"/>
            <a:ext cx="576072" cy="0"/>
          </a:xfrm>
          <a:prstGeom prst="line">
            <a:avLst/>
          </a:prstGeom>
          <a:ln w="2794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275319" y="2103120"/>
            <a:ext cx="2971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7E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TextBox 14"/>
          <p:cNvSpPr txBox="1"/>
          <p:nvPr/>
        </p:nvSpPr>
        <p:spPr>
          <a:xfrm>
            <a:off x="8476488" y="2423160"/>
            <a:ext cx="2560320" cy="4190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1" dirty="0" err="1">
                <a:solidFill>
                  <a:srgbClr val="1A365D"/>
                </a:solidFill>
                <a:latin typeface="Noto Sans KR Medium" panose="020B0200000000000000" pitchFamily="50" charset="-127"/>
              </a:rPr>
              <a:t>어디로</a:t>
            </a:r>
            <a:r>
              <a:rPr sz="2000" b="1" dirty="0">
                <a:solidFill>
                  <a:srgbClr val="1A365D"/>
                </a:solidFill>
                <a:latin typeface="Noto Sans KR Medium" panose="020B0200000000000000" pitchFamily="50" charset="-127"/>
              </a:rPr>
              <a:t> </a:t>
            </a:r>
            <a:r>
              <a:rPr sz="2000" b="1" dirty="0" err="1">
                <a:solidFill>
                  <a:srgbClr val="1A365D"/>
                </a:solidFill>
                <a:latin typeface="Noto Sans KR Medium" panose="020B0200000000000000" pitchFamily="50" charset="-127"/>
              </a:rPr>
              <a:t>가는가</a:t>
            </a:r>
            <a:endParaRPr sz="2000" b="1" dirty="0">
              <a:solidFill>
                <a:srgbClr val="1A365D"/>
              </a:solidFill>
              <a:latin typeface="Noto Sans KR Medium" panose="020B0200000000000000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476488" y="2944368"/>
            <a:ext cx="2560320" cy="3536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0" dirty="0" err="1">
                <a:solidFill>
                  <a:srgbClr val="73787C"/>
                </a:solidFill>
                <a:latin typeface="Noto Sans KR Medium" panose="020B0200000000000000" pitchFamily="50" charset="-127"/>
              </a:rPr>
              <a:t>유심론</a:t>
            </a:r>
            <a:r>
              <a:rPr sz="1600" b="0" dirty="0">
                <a:solidFill>
                  <a:srgbClr val="73787C"/>
                </a:solidFill>
                <a:latin typeface="Noto Sans KR Medium" panose="020B0200000000000000" pitchFamily="50" charset="-127"/>
              </a:rPr>
              <a:t> </a:t>
            </a:r>
            <a:r>
              <a:rPr sz="1600" b="0" dirty="0" err="1">
                <a:solidFill>
                  <a:srgbClr val="73787C"/>
                </a:solidFill>
                <a:latin typeface="Noto Sans KR Medium" panose="020B0200000000000000" pitchFamily="50" charset="-127"/>
              </a:rPr>
              <a:t>비판</a:t>
            </a:r>
            <a:r>
              <a:rPr sz="1600" b="0" dirty="0">
                <a:solidFill>
                  <a:srgbClr val="73787C"/>
                </a:solidFill>
                <a:latin typeface="Noto Sans KR Medium" panose="020B0200000000000000" pitchFamily="50" charset="-127"/>
              </a:rPr>
              <a:t> → </a:t>
            </a:r>
            <a:r>
              <a:rPr sz="1600" b="0" dirty="0" err="1">
                <a:solidFill>
                  <a:srgbClr val="73787C"/>
                </a:solidFill>
                <a:latin typeface="Noto Sans KR Medium" panose="020B0200000000000000" pitchFamily="50" charset="-127"/>
              </a:rPr>
              <a:t>실재론</a:t>
            </a:r>
            <a:endParaRPr sz="1600" b="0" dirty="0">
              <a:solidFill>
                <a:srgbClr val="73787C"/>
              </a:solidFill>
              <a:latin typeface="Noto Sans KR Medium" panose="020B0200000000000000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4736592"/>
            <a:ext cx="10424160" cy="46801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300" b="1" dirty="0" err="1">
                <a:solidFill>
                  <a:srgbClr val="20262C"/>
                </a:solidFill>
                <a:latin typeface="Noto Sans KR Medium" panose="020B0200000000000000" pitchFamily="50" charset="-127"/>
              </a:rPr>
              <a:t>같은</a:t>
            </a:r>
            <a:r>
              <a:rPr sz="2300" b="1" dirty="0">
                <a:solidFill>
                  <a:srgbClr val="20262C"/>
                </a:solidFill>
                <a:latin typeface="Noto Sans KR Medium" panose="020B0200000000000000" pitchFamily="50" charset="-127"/>
              </a:rPr>
              <a:t> </a:t>
            </a:r>
            <a:r>
              <a:rPr sz="2300" b="1" dirty="0" err="1">
                <a:solidFill>
                  <a:srgbClr val="20262C"/>
                </a:solidFill>
                <a:latin typeface="Noto Sans KR Medium" panose="020B0200000000000000" pitchFamily="50" charset="-127"/>
              </a:rPr>
              <a:t>낱말이</a:t>
            </a:r>
            <a:r>
              <a:rPr sz="2300" b="1" dirty="0">
                <a:solidFill>
                  <a:srgbClr val="20262C"/>
                </a:solidFill>
                <a:latin typeface="Noto Sans KR Medium" panose="020B0200000000000000" pitchFamily="50" charset="-127"/>
              </a:rPr>
              <a:t> </a:t>
            </a:r>
            <a:r>
              <a:rPr sz="2300" b="1" dirty="0" err="1">
                <a:solidFill>
                  <a:srgbClr val="20262C"/>
                </a:solidFill>
                <a:latin typeface="Noto Sans KR Medium" panose="020B0200000000000000" pitchFamily="50" charset="-127"/>
              </a:rPr>
              <a:t>아니라</a:t>
            </a:r>
            <a:r>
              <a:rPr sz="2300" b="1" dirty="0">
                <a:solidFill>
                  <a:srgbClr val="20262C"/>
                </a:solidFill>
                <a:latin typeface="Noto Sans KR Medium" panose="020B0200000000000000" pitchFamily="50" charset="-127"/>
              </a:rPr>
              <a:t>, </a:t>
            </a:r>
            <a:r>
              <a:rPr sz="2300" b="1" dirty="0" err="1">
                <a:solidFill>
                  <a:srgbClr val="20262C"/>
                </a:solidFill>
                <a:latin typeface="Noto Sans KR Medium" panose="020B0200000000000000" pitchFamily="50" charset="-127"/>
              </a:rPr>
              <a:t>같은</a:t>
            </a:r>
            <a:r>
              <a:rPr sz="2300" b="1" dirty="0">
                <a:solidFill>
                  <a:srgbClr val="20262C"/>
                </a:solidFill>
                <a:latin typeface="Noto Sans KR Medium" panose="020B0200000000000000" pitchFamily="50" charset="-127"/>
              </a:rPr>
              <a:t> </a:t>
            </a:r>
            <a:r>
              <a:rPr sz="2300" b="1" dirty="0" err="1">
                <a:solidFill>
                  <a:srgbClr val="20262C"/>
                </a:solidFill>
                <a:latin typeface="Noto Sans KR Medium" panose="020B0200000000000000" pitchFamily="50" charset="-127"/>
              </a:rPr>
              <a:t>내용이</a:t>
            </a:r>
            <a:r>
              <a:rPr sz="2300" b="1" dirty="0">
                <a:solidFill>
                  <a:srgbClr val="20262C"/>
                </a:solidFill>
                <a:latin typeface="Noto Sans KR Medium" panose="020B0200000000000000" pitchFamily="50" charset="-127"/>
              </a:rPr>
              <a:t> </a:t>
            </a:r>
            <a:r>
              <a:rPr sz="2300" b="1" dirty="0" err="1">
                <a:solidFill>
                  <a:srgbClr val="20262C"/>
                </a:solidFill>
                <a:latin typeface="Noto Sans KR Medium" panose="020B0200000000000000" pitchFamily="50" charset="-127"/>
              </a:rPr>
              <a:t>같은</a:t>
            </a:r>
            <a:r>
              <a:rPr sz="2300" b="1" dirty="0">
                <a:solidFill>
                  <a:srgbClr val="20262C"/>
                </a:solidFill>
                <a:latin typeface="Noto Sans KR Medium" panose="020B0200000000000000" pitchFamily="50" charset="-127"/>
              </a:rPr>
              <a:t> </a:t>
            </a:r>
            <a:r>
              <a:rPr sz="2300" b="1" dirty="0" err="1">
                <a:solidFill>
                  <a:srgbClr val="20262C"/>
                </a:solidFill>
                <a:latin typeface="Noto Sans KR Medium" panose="020B0200000000000000" pitchFamily="50" charset="-127"/>
              </a:rPr>
              <a:t>순서로</a:t>
            </a:r>
            <a:r>
              <a:rPr sz="2300" b="1" dirty="0">
                <a:solidFill>
                  <a:srgbClr val="20262C"/>
                </a:solidFill>
                <a:latin typeface="Noto Sans KR Medium" panose="020B0200000000000000" pitchFamily="50" charset="-127"/>
              </a:rPr>
              <a:t> </a:t>
            </a:r>
            <a:r>
              <a:rPr sz="2300" b="1" dirty="0" err="1">
                <a:solidFill>
                  <a:srgbClr val="20262C"/>
                </a:solidFill>
                <a:latin typeface="Noto Sans KR Medium" panose="020B0200000000000000" pitchFamily="50" charset="-127"/>
              </a:rPr>
              <a:t>움직이는지를</a:t>
            </a:r>
            <a:r>
              <a:rPr sz="2300" b="1" dirty="0">
                <a:solidFill>
                  <a:srgbClr val="20262C"/>
                </a:solidFill>
                <a:latin typeface="Noto Sans KR Medium" panose="020B0200000000000000" pitchFamily="50" charset="-127"/>
              </a:rPr>
              <a:t> </a:t>
            </a:r>
            <a:r>
              <a:rPr sz="2300" b="1" dirty="0" err="1">
                <a:solidFill>
                  <a:srgbClr val="20262C"/>
                </a:solidFill>
                <a:latin typeface="Noto Sans KR Medium" panose="020B0200000000000000" pitchFamily="50" charset="-127"/>
              </a:rPr>
              <a:t>본다</a:t>
            </a:r>
            <a:r>
              <a:rPr sz="2300" b="1" dirty="0">
                <a:solidFill>
                  <a:srgbClr val="20262C"/>
                </a:solidFill>
                <a:latin typeface="Noto Sans KR Medium" panose="020B0200000000000000" pitchFamily="50" charset="-127"/>
              </a:rPr>
              <a:t>.</a:t>
            </a: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3D6D916E-D80C-41EE-BB2D-23F02758A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640080"/>
            <a:ext cx="10607040" cy="5333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 dirty="0" err="1">
                <a:solidFill>
                  <a:srgbClr val="1A365D"/>
                </a:solidFill>
                <a:latin typeface="Noto Sans KR Medium" panose="020B0200000000000000" pitchFamily="50" charset="-127"/>
              </a:rPr>
              <a:t>같은</a:t>
            </a:r>
            <a:r>
              <a:rPr sz="2700" b="1" dirty="0">
                <a:solidFill>
                  <a:srgbClr val="1A365D"/>
                </a:solidFill>
                <a:latin typeface="Noto Sans KR Medium" panose="020B0200000000000000" pitchFamily="50" charset="-127"/>
              </a:rPr>
              <a:t> </a:t>
            </a:r>
            <a:r>
              <a:rPr sz="2700" b="1" dirty="0" err="1">
                <a:solidFill>
                  <a:srgbClr val="1A365D"/>
                </a:solidFill>
                <a:latin typeface="Noto Sans KR Medium" panose="020B0200000000000000" pitchFamily="50" charset="-127"/>
              </a:rPr>
              <a:t>순서</a:t>
            </a:r>
            <a:r>
              <a:rPr sz="2700" b="1" dirty="0">
                <a:solidFill>
                  <a:srgbClr val="1A365D"/>
                </a:solidFill>
                <a:latin typeface="Noto Sans KR Medium" panose="020B0200000000000000" pitchFamily="50" charset="-127"/>
              </a:rPr>
              <a:t>, </a:t>
            </a:r>
            <a:r>
              <a:rPr sz="2700" b="1" dirty="0" err="1">
                <a:solidFill>
                  <a:srgbClr val="1A365D"/>
                </a:solidFill>
                <a:latin typeface="Noto Sans KR Medium" panose="020B0200000000000000" pitchFamily="50" charset="-127"/>
              </a:rPr>
              <a:t>선택의</a:t>
            </a:r>
            <a:r>
              <a:rPr sz="2700" b="1" dirty="0">
                <a:solidFill>
                  <a:srgbClr val="1A365D"/>
                </a:solidFill>
                <a:latin typeface="Noto Sans KR Medium" panose="020B0200000000000000" pitchFamily="50" charset="-127"/>
              </a:rPr>
              <a:t> </a:t>
            </a:r>
            <a:r>
              <a:rPr sz="2700" b="1" dirty="0" err="1">
                <a:solidFill>
                  <a:srgbClr val="1A365D"/>
                </a:solidFill>
                <a:latin typeface="Noto Sans KR Medium" panose="020B0200000000000000" pitchFamily="50" charset="-127"/>
              </a:rPr>
              <a:t>경계</a:t>
            </a:r>
            <a:r>
              <a:rPr sz="2700" b="1" dirty="0">
                <a:solidFill>
                  <a:srgbClr val="1A365D"/>
                </a:solidFill>
                <a:latin typeface="Noto Sans KR Medium" panose="020B0200000000000000" pitchFamily="50" charset="-127"/>
              </a:rPr>
              <a:t>, </a:t>
            </a:r>
            <a:r>
              <a:rPr sz="2700" b="1" dirty="0" err="1">
                <a:solidFill>
                  <a:srgbClr val="1A365D"/>
                </a:solidFill>
                <a:latin typeface="Noto Sans KR Medium" panose="020B0200000000000000" pitchFamily="50" charset="-127"/>
              </a:rPr>
              <a:t>같은</a:t>
            </a:r>
            <a:r>
              <a:rPr sz="2700" b="1" dirty="0">
                <a:solidFill>
                  <a:srgbClr val="1A365D"/>
                </a:solidFill>
                <a:latin typeface="Noto Sans KR Medium" panose="020B0200000000000000" pitchFamily="50" charset="-127"/>
              </a:rPr>
              <a:t> </a:t>
            </a:r>
            <a:r>
              <a:rPr sz="2700" b="1" dirty="0" err="1">
                <a:solidFill>
                  <a:srgbClr val="1A365D"/>
                </a:solidFill>
                <a:latin typeface="Noto Sans KR Medium" panose="020B0200000000000000" pitchFamily="50" charset="-127"/>
              </a:rPr>
              <a:t>이름</a:t>
            </a:r>
            <a:endParaRPr sz="2700" b="1" dirty="0">
              <a:solidFill>
                <a:srgbClr val="1A365D"/>
              </a:solidFill>
              <a:latin typeface="Noto Sans KR Medium" panose="020B0200000000000000" pitchFamily="50" charset="-127"/>
            </a:endParaRP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F0AC0996-604B-45E9-BC88-0716CE1287AE}"/>
              </a:ext>
            </a:extLst>
          </p:cNvPr>
          <p:cNvGrpSpPr/>
          <p:nvPr/>
        </p:nvGrpSpPr>
        <p:grpSpPr>
          <a:xfrm>
            <a:off x="513196" y="1431554"/>
            <a:ext cx="11201400" cy="3456432"/>
            <a:chOff x="513196" y="1404122"/>
            <a:chExt cx="11201400" cy="3456432"/>
          </a:xfrm>
        </p:grpSpPr>
        <p:sp>
          <p:nvSpPr>
            <p:cNvPr id="4" name="Rectangle 3"/>
            <p:cNvSpPr/>
            <p:nvPr/>
          </p:nvSpPr>
          <p:spPr>
            <a:xfrm>
              <a:off x="696076" y="1431554"/>
              <a:ext cx="1051560" cy="32004"/>
            </a:xfrm>
            <a:prstGeom prst="rect">
              <a:avLst/>
            </a:prstGeom>
            <a:solidFill>
              <a:srgbClr val="B4322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513196" y="1404122"/>
              <a:ext cx="4160520" cy="493776"/>
            </a:xfrm>
            <a:prstGeom prst="rect">
              <a:avLst/>
            </a:prstGeom>
            <a:solidFill>
              <a:srgbClr val="1A365D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86348" y="1474166"/>
              <a:ext cx="4014215" cy="3536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600" b="1" dirty="0" err="1">
                  <a:solidFill>
                    <a:srgbClr val="FFFFFF"/>
                  </a:solidFill>
                  <a:latin typeface="Noto Sans KR Medium" panose="020B0200000000000000" pitchFamily="50" charset="-127"/>
                </a:rPr>
                <a:t>이노우에의</a:t>
              </a:r>
              <a:r>
                <a:rPr sz="1600" b="1" dirty="0">
                  <a:solidFill>
                    <a:srgbClr val="FFFFFF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1" dirty="0" err="1">
                  <a:solidFill>
                    <a:srgbClr val="FFFFFF"/>
                  </a:solidFill>
                  <a:latin typeface="Noto Sans KR Medium" panose="020B0200000000000000" pitchFamily="50" charset="-127"/>
                </a:rPr>
                <a:t>유물론</a:t>
              </a:r>
              <a:r>
                <a:rPr sz="1600" b="1" dirty="0">
                  <a:solidFill>
                    <a:srgbClr val="FFFFFF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1" dirty="0" err="1">
                  <a:solidFill>
                    <a:srgbClr val="FFFFFF"/>
                  </a:solidFill>
                  <a:latin typeface="Noto Sans KR Medium" panose="020B0200000000000000" pitchFamily="50" charset="-127"/>
                </a:rPr>
                <a:t>비판</a:t>
              </a:r>
              <a:endParaRPr sz="1600" b="1" dirty="0">
                <a:solidFill>
                  <a:srgbClr val="FFFFFF"/>
                </a:solidFill>
                <a:latin typeface="Noto Sans KR Medium" panose="020B0200000000000000" pitchFamily="50" charset="-127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4673716" y="1404122"/>
              <a:ext cx="4160520" cy="493776"/>
            </a:xfrm>
            <a:prstGeom prst="rect">
              <a:avLst/>
            </a:prstGeom>
            <a:solidFill>
              <a:srgbClr val="1A365D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746868" y="1474166"/>
              <a:ext cx="4014215" cy="3536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600" b="1" dirty="0" err="1">
                  <a:solidFill>
                    <a:srgbClr val="FFFFFF"/>
                  </a:solidFill>
                  <a:latin typeface="Noto Sans KR Medium" panose="020B0200000000000000" pitchFamily="50" charset="-127"/>
                </a:rPr>
                <a:t>이돈화의</a:t>
              </a:r>
              <a:r>
                <a:rPr sz="1600" b="1" dirty="0">
                  <a:solidFill>
                    <a:srgbClr val="FFFFFF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1" dirty="0" err="1">
                  <a:solidFill>
                    <a:srgbClr val="FFFFFF"/>
                  </a:solidFill>
                  <a:latin typeface="Noto Sans KR Medium" panose="020B0200000000000000" pitchFamily="50" charset="-127"/>
                </a:rPr>
                <a:t>대응</a:t>
              </a:r>
              <a:endParaRPr sz="1600" b="1" dirty="0">
                <a:solidFill>
                  <a:srgbClr val="FFFFFF"/>
                </a:solidFill>
                <a:latin typeface="Noto Sans KR Medium" panose="020B0200000000000000" pitchFamily="50" charset="-127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8834236" y="1404122"/>
              <a:ext cx="2880360" cy="493776"/>
            </a:xfrm>
            <a:prstGeom prst="rect">
              <a:avLst/>
            </a:prstGeom>
            <a:solidFill>
              <a:srgbClr val="1A365D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907388" y="1474166"/>
              <a:ext cx="2734056" cy="3536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600" b="1" dirty="0" err="1">
                  <a:solidFill>
                    <a:srgbClr val="FFFFFF"/>
                  </a:solidFill>
                  <a:latin typeface="Noto Sans KR Medium" panose="020B0200000000000000" pitchFamily="50" charset="-127"/>
                </a:rPr>
                <a:t>확인할</a:t>
              </a:r>
              <a:r>
                <a:rPr sz="1600" b="1" dirty="0">
                  <a:solidFill>
                    <a:srgbClr val="FFFFFF"/>
                  </a:solidFill>
                  <a:latin typeface="Noto Sans KR Medium" panose="020B0200000000000000" pitchFamily="50" charset="-127"/>
                </a:rPr>
                <a:t> 점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13196" y="1897898"/>
              <a:ext cx="4160520" cy="493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86348" y="1967942"/>
              <a:ext cx="4014215" cy="3536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①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물질의</a:t>
              </a: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궁극</a:t>
              </a:r>
              <a:endParaRPr sz="1600" b="0" dirty="0">
                <a:solidFill>
                  <a:srgbClr val="20262C"/>
                </a:solidFill>
                <a:latin typeface="Noto Sans KR Medium" panose="020B0200000000000000" pitchFamily="50" charset="-127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73716" y="1897898"/>
              <a:ext cx="4160520" cy="493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746868" y="1967942"/>
              <a:ext cx="4014215" cy="3536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①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물질의</a:t>
              </a: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궁극</a:t>
              </a:r>
              <a:endParaRPr sz="1600" b="0" dirty="0">
                <a:solidFill>
                  <a:srgbClr val="20262C"/>
                </a:solidFill>
                <a:latin typeface="Noto Sans KR Medium" panose="020B0200000000000000" pitchFamily="50" charset="-127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834236" y="1897898"/>
              <a:ext cx="2880360" cy="493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907388" y="1967942"/>
              <a:ext cx="2734056" cy="3536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600" b="0" dirty="0">
                  <a:solidFill>
                    <a:srgbClr val="0000FF"/>
                  </a:solidFill>
                  <a:latin typeface="Noto Sans KR Medium" panose="020B0200000000000000" pitchFamily="50" charset="-127"/>
                </a:rPr>
                <a:t>첫 </a:t>
              </a:r>
              <a:r>
                <a:rPr sz="1600" b="0" dirty="0" err="1">
                  <a:solidFill>
                    <a:srgbClr val="0000FF"/>
                  </a:solidFill>
                  <a:latin typeface="Noto Sans KR Medium" panose="020B0200000000000000" pitchFamily="50" charset="-127"/>
                </a:rPr>
                <a:t>논점</a:t>
              </a:r>
              <a:r>
                <a:rPr sz="1600" b="0" dirty="0">
                  <a:solidFill>
                    <a:srgbClr val="0000FF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0" dirty="0" err="1">
                  <a:solidFill>
                    <a:srgbClr val="0000FF"/>
                  </a:solidFill>
                  <a:latin typeface="Noto Sans KR Medium" panose="020B0200000000000000" pitchFamily="50" charset="-127"/>
                </a:rPr>
                <a:t>대응</a:t>
              </a:r>
              <a:endParaRPr sz="1600" b="0" dirty="0">
                <a:solidFill>
                  <a:srgbClr val="0000FF"/>
                </a:solidFill>
                <a:latin typeface="Noto Sans KR Medium" panose="020B0200000000000000" pitchFamily="50" charset="-127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513196" y="2391674"/>
              <a:ext cx="4160520" cy="493776"/>
            </a:xfrm>
            <a:prstGeom prst="rect">
              <a:avLst/>
            </a:prstGeom>
            <a:solidFill>
              <a:srgbClr val="F0EEE7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86348" y="2461718"/>
              <a:ext cx="4014215" cy="3536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②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정신을</a:t>
              </a: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전제</a:t>
              </a:r>
              <a:endParaRPr sz="1600" b="0" dirty="0">
                <a:solidFill>
                  <a:srgbClr val="20262C"/>
                </a:solidFill>
                <a:latin typeface="Noto Sans KR Medium" panose="020B0200000000000000" pitchFamily="50" charset="-127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673716" y="2391674"/>
              <a:ext cx="4160520" cy="493776"/>
            </a:xfrm>
            <a:prstGeom prst="rect">
              <a:avLst/>
            </a:prstGeom>
            <a:solidFill>
              <a:srgbClr val="F0EEE7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746868" y="2461718"/>
              <a:ext cx="4014215" cy="3536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②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주관을</a:t>
              </a: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부정</a:t>
              </a:r>
              <a:endParaRPr sz="1600" b="0" dirty="0">
                <a:solidFill>
                  <a:srgbClr val="20262C"/>
                </a:solidFill>
                <a:latin typeface="Noto Sans KR Medium" panose="020B0200000000000000" pitchFamily="50" charset="-127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834236" y="2391674"/>
              <a:ext cx="2880360" cy="493776"/>
            </a:xfrm>
            <a:prstGeom prst="rect">
              <a:avLst/>
            </a:prstGeom>
            <a:solidFill>
              <a:srgbClr val="F0EEE7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907388" y="2461718"/>
              <a:ext cx="2734056" cy="3536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600" b="0" dirty="0" err="1">
                  <a:solidFill>
                    <a:srgbClr val="0000FF"/>
                  </a:solidFill>
                  <a:latin typeface="Noto Sans KR Medium" panose="020B0200000000000000" pitchFamily="50" charset="-127"/>
                </a:rPr>
                <a:t>둘째</a:t>
              </a:r>
              <a:r>
                <a:rPr sz="1600" b="0" dirty="0">
                  <a:solidFill>
                    <a:srgbClr val="0000FF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0" dirty="0" err="1">
                  <a:solidFill>
                    <a:srgbClr val="0000FF"/>
                  </a:solidFill>
                  <a:latin typeface="Noto Sans KR Medium" panose="020B0200000000000000" pitchFamily="50" charset="-127"/>
                </a:rPr>
                <a:t>논점</a:t>
              </a:r>
              <a:r>
                <a:rPr sz="1600" b="0" dirty="0">
                  <a:solidFill>
                    <a:srgbClr val="0000FF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0" dirty="0" err="1">
                  <a:solidFill>
                    <a:srgbClr val="0000FF"/>
                  </a:solidFill>
                  <a:latin typeface="Noto Sans KR Medium" panose="020B0200000000000000" pitchFamily="50" charset="-127"/>
                </a:rPr>
                <a:t>대응</a:t>
              </a:r>
              <a:endParaRPr sz="1600" b="0" dirty="0">
                <a:solidFill>
                  <a:srgbClr val="0000FF"/>
                </a:solidFill>
                <a:latin typeface="Noto Sans KR Medium" panose="020B0200000000000000" pitchFamily="50" charset="-127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13196" y="2885450"/>
              <a:ext cx="4160520" cy="493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86348" y="2955494"/>
              <a:ext cx="4014215" cy="3536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③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관념의</a:t>
              </a: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문제</a:t>
              </a:r>
              <a:endParaRPr sz="1600" b="0" dirty="0">
                <a:solidFill>
                  <a:srgbClr val="20262C"/>
                </a:solidFill>
                <a:latin typeface="Noto Sans KR Medium" panose="020B0200000000000000" pitchFamily="50" charset="-127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4673716" y="2885450"/>
              <a:ext cx="4160520" cy="493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746868" y="2955494"/>
              <a:ext cx="4014215" cy="3536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③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사랑의</a:t>
              </a: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문제</a:t>
              </a:r>
              <a:endParaRPr sz="1600" b="0" dirty="0">
                <a:solidFill>
                  <a:srgbClr val="20262C"/>
                </a:solidFill>
                <a:latin typeface="Noto Sans KR Medium" panose="020B0200000000000000" pitchFamily="50" charset="-127"/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8834236" y="2885450"/>
              <a:ext cx="2880360" cy="493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8907388" y="2955494"/>
              <a:ext cx="2734056" cy="3536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셋째</a:t>
              </a: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자리</a:t>
              </a: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변형</a:t>
              </a:r>
              <a:endParaRPr sz="1600" b="0" dirty="0">
                <a:solidFill>
                  <a:srgbClr val="20262C"/>
                </a:solidFill>
                <a:latin typeface="Noto Sans KR Medium" panose="020B0200000000000000" pitchFamily="50" charset="-127"/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513196" y="3379226"/>
              <a:ext cx="4160520" cy="493776"/>
            </a:xfrm>
            <a:prstGeom prst="rect">
              <a:avLst/>
            </a:prstGeom>
            <a:solidFill>
              <a:srgbClr val="F0EEE7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86348" y="3449270"/>
              <a:ext cx="4014215" cy="3536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④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유물론의</a:t>
              </a: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장점</a:t>
              </a:r>
              <a:endParaRPr sz="1600" b="0" dirty="0">
                <a:solidFill>
                  <a:srgbClr val="20262C"/>
                </a:solidFill>
                <a:latin typeface="Noto Sans KR Medium" panose="020B0200000000000000" pitchFamily="50" charset="-127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4673716" y="3379226"/>
              <a:ext cx="4160520" cy="493776"/>
            </a:xfrm>
            <a:prstGeom prst="rect">
              <a:avLst/>
            </a:prstGeom>
            <a:solidFill>
              <a:srgbClr val="F0EEE7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746868" y="3449270"/>
              <a:ext cx="4014215" cy="3536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없음</a:t>
              </a:r>
              <a:endParaRPr sz="1600" b="0" dirty="0">
                <a:solidFill>
                  <a:srgbClr val="20262C"/>
                </a:solidFill>
                <a:latin typeface="Noto Sans KR Medium" panose="020B0200000000000000" pitchFamily="50" charset="-127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8834236" y="3379226"/>
              <a:ext cx="2880360" cy="493776"/>
            </a:xfrm>
            <a:prstGeom prst="rect">
              <a:avLst/>
            </a:prstGeom>
            <a:solidFill>
              <a:srgbClr val="F0EEE7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907388" y="3449270"/>
              <a:ext cx="2734056" cy="3536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이돈화에서는</a:t>
              </a: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빠짐</a:t>
              </a:r>
              <a:endParaRPr sz="1600" b="0" dirty="0">
                <a:solidFill>
                  <a:srgbClr val="20262C"/>
                </a:solidFill>
                <a:latin typeface="Noto Sans KR Medium" panose="020B0200000000000000" pitchFamily="50" charset="-127"/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513196" y="3873002"/>
              <a:ext cx="4160520" cy="493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86348" y="3943046"/>
              <a:ext cx="4014215" cy="3536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⑤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의식</a:t>
              </a: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부정</a:t>
              </a: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불가</a:t>
              </a:r>
              <a:endParaRPr sz="1600" b="0" dirty="0">
                <a:solidFill>
                  <a:srgbClr val="20262C"/>
                </a:solidFill>
                <a:latin typeface="Noto Sans KR Medium" panose="020B0200000000000000" pitchFamily="50" charset="-127"/>
              </a:endParaRP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673716" y="3873002"/>
              <a:ext cx="4160520" cy="493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746868" y="3943046"/>
              <a:ext cx="4014215" cy="3536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없음</a:t>
              </a:r>
              <a:endParaRPr sz="1600" b="0" dirty="0">
                <a:solidFill>
                  <a:srgbClr val="20262C"/>
                </a:solidFill>
                <a:latin typeface="Noto Sans KR Medium" panose="020B0200000000000000" pitchFamily="50" charset="-127"/>
              </a:endParaRP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8834236" y="3873002"/>
              <a:ext cx="2880360" cy="493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907388" y="3943046"/>
              <a:ext cx="2734056" cy="3536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이돈화에서는</a:t>
              </a: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빠짐</a:t>
              </a:r>
              <a:endParaRPr sz="1600" b="0" dirty="0">
                <a:solidFill>
                  <a:srgbClr val="20262C"/>
                </a:solidFill>
                <a:latin typeface="Noto Sans KR Medium" panose="020B0200000000000000" pitchFamily="50" charset="-127"/>
              </a:endParaRP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513196" y="4366778"/>
              <a:ext cx="4160520" cy="493776"/>
            </a:xfrm>
            <a:prstGeom prst="rect">
              <a:avLst/>
            </a:prstGeom>
            <a:solidFill>
              <a:srgbClr val="F0EEE7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86348" y="4436822"/>
              <a:ext cx="4014215" cy="3536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圓融實在論</a:t>
              </a: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·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現象即實在論</a:t>
              </a:r>
              <a:endParaRPr sz="1600" b="0" dirty="0">
                <a:solidFill>
                  <a:srgbClr val="20262C"/>
                </a:solidFill>
                <a:latin typeface="Noto Sans KR Medium" panose="020B0200000000000000" pitchFamily="50" charset="-127"/>
              </a:endParaRP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4673716" y="4366778"/>
              <a:ext cx="4160520" cy="493776"/>
            </a:xfrm>
            <a:prstGeom prst="rect">
              <a:avLst/>
            </a:prstGeom>
            <a:solidFill>
              <a:srgbClr val="F0EEE7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746868" y="4436822"/>
              <a:ext cx="4014215" cy="3536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圓融實在</a:t>
              </a: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·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現象即實在</a:t>
              </a:r>
              <a:endParaRPr sz="1600" b="0" dirty="0">
                <a:solidFill>
                  <a:srgbClr val="20262C"/>
                </a:solidFill>
                <a:latin typeface="Noto Sans KR Medium" panose="020B0200000000000000" pitchFamily="50" charset="-127"/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8834236" y="4366778"/>
              <a:ext cx="2880360" cy="493776"/>
            </a:xfrm>
            <a:prstGeom prst="rect">
              <a:avLst/>
            </a:prstGeom>
            <a:solidFill>
              <a:srgbClr val="F0EEE7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8907388" y="4436822"/>
              <a:ext cx="2734056" cy="3536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600" b="0" dirty="0">
                  <a:solidFill>
                    <a:srgbClr val="0000FF"/>
                  </a:solidFill>
                  <a:latin typeface="Noto Sans KR Medium" panose="020B0200000000000000" pitchFamily="50" charset="-127"/>
                </a:rPr>
                <a:t>두 </a:t>
              </a:r>
              <a:r>
                <a:rPr sz="1600" b="0" dirty="0" err="1">
                  <a:solidFill>
                    <a:srgbClr val="0000FF"/>
                  </a:solidFill>
                  <a:latin typeface="Noto Sans KR Medium" panose="020B0200000000000000" pitchFamily="50" charset="-127"/>
                </a:rPr>
                <a:t>항목명</a:t>
              </a:r>
              <a:r>
                <a:rPr sz="1600" b="0" dirty="0">
                  <a:solidFill>
                    <a:srgbClr val="0000FF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0" dirty="0" err="1">
                  <a:solidFill>
                    <a:srgbClr val="0000FF"/>
                  </a:solidFill>
                  <a:latin typeface="Noto Sans KR Medium" panose="020B0200000000000000" pitchFamily="50" charset="-127"/>
                </a:rPr>
                <a:t>병행</a:t>
              </a:r>
              <a:endParaRPr sz="1600" b="0" dirty="0">
                <a:solidFill>
                  <a:srgbClr val="0000FF"/>
                </a:solidFill>
                <a:latin typeface="Noto Sans KR Medium" panose="020B0200000000000000" pitchFamily="50" charset="-127"/>
              </a:endParaRPr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658368" y="5550379"/>
            <a:ext cx="10698480" cy="4843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400" b="1" dirty="0">
                <a:solidFill>
                  <a:srgbClr val="B43228"/>
                </a:solidFill>
                <a:latin typeface="Noto Sans KR Medium" panose="020B0200000000000000" pitchFamily="50" charset="-127"/>
              </a:rPr>
              <a:t>이 세 </a:t>
            </a:r>
            <a:r>
              <a:rPr sz="2400" b="1" dirty="0" err="1">
                <a:solidFill>
                  <a:srgbClr val="B43228"/>
                </a:solidFill>
                <a:latin typeface="Noto Sans KR Medium" panose="020B0200000000000000" pitchFamily="50" charset="-127"/>
              </a:rPr>
              <a:t>흔적이</a:t>
            </a:r>
            <a:r>
              <a:rPr sz="2400" b="1" dirty="0">
                <a:solidFill>
                  <a:srgbClr val="B43228"/>
                </a:solidFill>
                <a:latin typeface="Noto Sans KR Medium" panose="020B0200000000000000" pitchFamily="50" charset="-127"/>
              </a:rPr>
              <a:t> </a:t>
            </a:r>
            <a:r>
              <a:rPr sz="2400" b="1" dirty="0" err="1">
                <a:solidFill>
                  <a:srgbClr val="B43228"/>
                </a:solidFill>
                <a:latin typeface="Noto Sans KR Medium" panose="020B0200000000000000" pitchFamily="50" charset="-127"/>
              </a:rPr>
              <a:t>겹치므로</a:t>
            </a:r>
            <a:r>
              <a:rPr sz="2400" b="1" dirty="0">
                <a:solidFill>
                  <a:srgbClr val="B43228"/>
                </a:solidFill>
                <a:latin typeface="Noto Sans KR Medium" panose="020B0200000000000000" pitchFamily="50" charset="-127"/>
              </a:rPr>
              <a:t>, </a:t>
            </a:r>
            <a:r>
              <a:rPr sz="2400" b="1" dirty="0" err="1">
                <a:solidFill>
                  <a:srgbClr val="B43228"/>
                </a:solidFill>
                <a:latin typeface="Noto Sans KR Medium" panose="020B0200000000000000" pitchFamily="50" charset="-127"/>
              </a:rPr>
              <a:t>이노우에의</a:t>
            </a:r>
            <a:r>
              <a:rPr sz="2400" b="1" dirty="0">
                <a:solidFill>
                  <a:srgbClr val="B43228"/>
                </a:solidFill>
                <a:latin typeface="Noto Sans KR Medium" panose="020B0200000000000000" pitchFamily="50" charset="-127"/>
              </a:rPr>
              <a:t> </a:t>
            </a:r>
            <a:r>
              <a:rPr sz="2400" b="1" dirty="0" err="1">
                <a:solidFill>
                  <a:srgbClr val="B43228"/>
                </a:solidFill>
                <a:latin typeface="Noto Sans KR Medium" panose="020B0200000000000000" pitchFamily="50" charset="-127"/>
              </a:rPr>
              <a:t>논법을</a:t>
            </a:r>
            <a:r>
              <a:rPr sz="2400" b="1" dirty="0">
                <a:solidFill>
                  <a:srgbClr val="B43228"/>
                </a:solidFill>
                <a:latin typeface="Noto Sans KR Medium" panose="020B0200000000000000" pitchFamily="50" charset="-127"/>
              </a:rPr>
              <a:t> </a:t>
            </a:r>
            <a:r>
              <a:rPr sz="2400" b="1" dirty="0" err="1">
                <a:solidFill>
                  <a:srgbClr val="B43228"/>
                </a:solidFill>
                <a:latin typeface="Noto Sans KR Medium" panose="020B0200000000000000" pitchFamily="50" charset="-127"/>
              </a:rPr>
              <a:t>참조했을</a:t>
            </a:r>
            <a:r>
              <a:rPr sz="2400" b="1" dirty="0">
                <a:solidFill>
                  <a:srgbClr val="B43228"/>
                </a:solidFill>
                <a:latin typeface="Noto Sans KR Medium" panose="020B0200000000000000" pitchFamily="50" charset="-127"/>
              </a:rPr>
              <a:t> </a:t>
            </a:r>
            <a:r>
              <a:rPr sz="2400" b="1" dirty="0" err="1">
                <a:solidFill>
                  <a:srgbClr val="B43228"/>
                </a:solidFill>
                <a:latin typeface="Noto Sans KR Medium" panose="020B0200000000000000" pitchFamily="50" charset="-127"/>
              </a:rPr>
              <a:t>가능성은</a:t>
            </a:r>
            <a:r>
              <a:rPr sz="2400" b="1" dirty="0">
                <a:solidFill>
                  <a:srgbClr val="B43228"/>
                </a:solidFill>
                <a:latin typeface="Noto Sans KR Medium" panose="020B0200000000000000" pitchFamily="50" charset="-127"/>
              </a:rPr>
              <a:t> </a:t>
            </a:r>
            <a:r>
              <a:rPr sz="2400" b="1" dirty="0" err="1">
                <a:solidFill>
                  <a:srgbClr val="B43228"/>
                </a:solidFill>
                <a:latin typeface="Noto Sans KR Medium" panose="020B0200000000000000" pitchFamily="50" charset="-127"/>
              </a:rPr>
              <a:t>충분히</a:t>
            </a:r>
            <a:r>
              <a:rPr sz="2400" b="1" dirty="0">
                <a:solidFill>
                  <a:srgbClr val="B43228"/>
                </a:solidFill>
                <a:latin typeface="Noto Sans KR Medium" panose="020B0200000000000000" pitchFamily="50" charset="-127"/>
              </a:rPr>
              <a:t> </a:t>
            </a:r>
            <a:r>
              <a:rPr sz="2400" b="1" dirty="0" err="1">
                <a:solidFill>
                  <a:srgbClr val="B43228"/>
                </a:solidFill>
                <a:latin typeface="Noto Sans KR Medium" panose="020B0200000000000000" pitchFamily="50" charset="-127"/>
              </a:rPr>
              <a:t>높다</a:t>
            </a:r>
            <a:r>
              <a:rPr sz="2400" b="1" dirty="0">
                <a:solidFill>
                  <a:srgbClr val="B43228"/>
                </a:solidFill>
                <a:latin typeface="Noto Sans KR Medium" panose="020B0200000000000000" pitchFamily="50" charset="-127"/>
              </a:rPr>
              <a:t>.</a:t>
            </a:r>
          </a:p>
        </p:txBody>
      </p:sp>
      <p:sp>
        <p:nvSpPr>
          <p:cNvPr id="49" name="슬라이드 번호 개체 틀 48">
            <a:extLst>
              <a:ext uri="{FF2B5EF4-FFF2-40B4-BE49-F238E27FC236}">
                <a16:creationId xmlns:a16="http://schemas.microsoft.com/office/drawing/2014/main" id="{4E95D662-04B0-4E1F-AB22-477923C9E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03ADE6-6BEF-4A0D-B107-18735D6B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05D0DB-5125-4273-9EA2-C0F40D9202C5}"/>
              </a:ext>
            </a:extLst>
          </p:cNvPr>
          <p:cNvSpPr txBox="1"/>
          <p:nvPr/>
        </p:nvSpPr>
        <p:spPr>
          <a:xfrm>
            <a:off x="1879964" y="2590467"/>
            <a:ext cx="8173039" cy="148290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ko-KR" altLang="ko-KR" sz="3200" b="1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그 논법이</a:t>
            </a:r>
            <a:r>
              <a:rPr lang="en-US" altLang="ko-KR" sz="3200" b="1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불려 나온 </a:t>
            </a:r>
            <a:r>
              <a:rPr lang="ko-KR" altLang="en-US" sz="3200" b="1" dirty="0">
                <a:solidFill>
                  <a:srgbClr val="FF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시점</a:t>
            </a:r>
            <a:r>
              <a:rPr lang="ko-KR" altLang="en-US" sz="3200" b="1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은 </a:t>
            </a:r>
            <a:r>
              <a:rPr lang="ko-KR" altLang="en-US" sz="3200" b="1" dirty="0" err="1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언제이며</a:t>
            </a:r>
            <a:endParaRPr lang="en-US" altLang="ko-KR" sz="3200" b="1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ko-KR" altLang="en-US" sz="3200" b="1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직접적인 </a:t>
            </a:r>
            <a:r>
              <a:rPr lang="ko-KR" altLang="en-US" sz="3200" b="1" dirty="0">
                <a:solidFill>
                  <a:srgbClr val="FF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계기</a:t>
            </a:r>
            <a:r>
              <a:rPr lang="ko-KR" altLang="en-US" sz="3200" b="1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는</a:t>
            </a:r>
            <a:r>
              <a:rPr lang="en-US" altLang="ko-KR" sz="3200" b="1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무엇이었나</a:t>
            </a:r>
            <a:endParaRPr sz="3200" b="1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16FD82-6FB3-4D5F-A5EC-4F18F1BA5992}"/>
              </a:ext>
            </a:extLst>
          </p:cNvPr>
          <p:cNvSpPr txBox="1"/>
          <p:nvPr/>
        </p:nvSpPr>
        <p:spPr>
          <a:xfrm>
            <a:off x="1365638" y="1165872"/>
            <a:ext cx="1226734" cy="11703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6600" b="1" dirty="0">
                <a:solidFill>
                  <a:srgbClr val="FFF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0</a:t>
            </a:r>
            <a:r>
              <a:rPr lang="en-US" altLang="ko-KR" sz="6600" b="1" dirty="0">
                <a:solidFill>
                  <a:srgbClr val="FFF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3</a:t>
            </a:r>
            <a:endParaRPr sz="6600" b="1" dirty="0">
              <a:solidFill>
                <a:srgbClr val="FFFF00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423078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77240" y="2003295"/>
            <a:ext cx="10241280" cy="5986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100" b="1" dirty="0">
                <a:solidFill>
                  <a:srgbClr val="1A365D"/>
                </a:solidFill>
                <a:latin typeface="Noto Sans KR Medium" panose="020B0200000000000000" pitchFamily="50" charset="-127"/>
              </a:rPr>
              <a:t>1922년 2월, 『</a:t>
            </a:r>
            <a:r>
              <a:rPr sz="3100" b="1" dirty="0" err="1">
                <a:solidFill>
                  <a:srgbClr val="1A365D"/>
                </a:solidFill>
                <a:latin typeface="Noto Sans KR Medium" panose="020B0200000000000000" pitchFamily="50" charset="-127"/>
              </a:rPr>
              <a:t>개벽</a:t>
            </a:r>
            <a:r>
              <a:rPr sz="3100" b="1" dirty="0">
                <a:solidFill>
                  <a:srgbClr val="1A365D"/>
                </a:solidFill>
                <a:latin typeface="Noto Sans KR Medium" panose="020B0200000000000000" pitchFamily="50" charset="-127"/>
              </a:rPr>
              <a:t>』 「</a:t>
            </a:r>
            <a:r>
              <a:rPr sz="3100" b="1" dirty="0" err="1">
                <a:solidFill>
                  <a:srgbClr val="1A365D"/>
                </a:solidFill>
                <a:latin typeface="Noto Sans KR Medium" panose="020B0200000000000000" pitchFamily="50" charset="-127"/>
              </a:rPr>
              <a:t>吾人의</a:t>
            </a:r>
            <a:r>
              <a:rPr sz="3100" b="1" dirty="0">
                <a:solidFill>
                  <a:srgbClr val="1A365D"/>
                </a:solidFill>
                <a:latin typeface="Noto Sans KR Medium" panose="020B0200000000000000" pitchFamily="50" charset="-127"/>
              </a:rPr>
              <a:t> </a:t>
            </a:r>
            <a:r>
              <a:rPr sz="3100" b="1" dirty="0" err="1">
                <a:solidFill>
                  <a:srgbClr val="1A365D"/>
                </a:solidFill>
                <a:latin typeface="Noto Sans KR Medium" panose="020B0200000000000000" pitchFamily="50" charset="-127"/>
              </a:rPr>
              <a:t>新死生觀</a:t>
            </a:r>
            <a:r>
              <a:rPr sz="3100" b="1" dirty="0">
                <a:solidFill>
                  <a:srgbClr val="1A365D"/>
                </a:solidFill>
                <a:latin typeface="Noto Sans KR Medium" panose="020B0200000000000000" pitchFamily="50" charset="-127"/>
              </a:rPr>
              <a:t>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72384"/>
            <a:ext cx="10149840" cy="9771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600" b="1" dirty="0" err="1">
                <a:solidFill>
                  <a:srgbClr val="B43228"/>
                </a:solidFill>
                <a:latin typeface="Noto Sans KR Medium" panose="020B0200000000000000" pitchFamily="50" charset="-127"/>
              </a:rPr>
              <a:t>유물론자</a:t>
            </a:r>
            <a:r>
              <a:rPr sz="2600" b="1" dirty="0">
                <a:solidFill>
                  <a:srgbClr val="B43228"/>
                </a:solidFill>
                <a:latin typeface="Noto Sans KR Medium" panose="020B0200000000000000" pitchFamily="50" charset="-127"/>
              </a:rPr>
              <a:t> · </a:t>
            </a:r>
            <a:r>
              <a:rPr sz="2600" b="1" dirty="0" err="1">
                <a:solidFill>
                  <a:srgbClr val="B43228"/>
                </a:solidFill>
                <a:latin typeface="Noto Sans KR Medium" panose="020B0200000000000000" pitchFamily="50" charset="-127"/>
              </a:rPr>
              <a:t>낡은</a:t>
            </a:r>
            <a:r>
              <a:rPr sz="2600" b="1" dirty="0">
                <a:solidFill>
                  <a:srgbClr val="B43228"/>
                </a:solidFill>
                <a:latin typeface="Noto Sans KR Medium" panose="020B0200000000000000" pitchFamily="50" charset="-127"/>
              </a:rPr>
              <a:t> </a:t>
            </a:r>
            <a:r>
              <a:rPr sz="2600" b="1" dirty="0" err="1">
                <a:solidFill>
                  <a:srgbClr val="B43228"/>
                </a:solidFill>
                <a:latin typeface="Noto Sans KR Medium" panose="020B0200000000000000" pitchFamily="50" charset="-127"/>
              </a:rPr>
              <a:t>종교인</a:t>
            </a:r>
            <a:r>
              <a:rPr sz="2600" b="1" dirty="0">
                <a:solidFill>
                  <a:srgbClr val="B43228"/>
                </a:solidFill>
                <a:latin typeface="Noto Sans KR Medium" panose="020B0200000000000000" pitchFamily="50" charset="-127"/>
              </a:rPr>
              <a:t> · </a:t>
            </a:r>
            <a:r>
              <a:rPr sz="2600" b="1" dirty="0" err="1">
                <a:solidFill>
                  <a:srgbClr val="B43228"/>
                </a:solidFill>
                <a:latin typeface="Noto Sans KR Medium" panose="020B0200000000000000" pitchFamily="50" charset="-127"/>
              </a:rPr>
              <a:t>실재론자</a:t>
            </a:r>
            <a:r>
              <a:rPr sz="2600" b="1" dirty="0">
                <a:solidFill>
                  <a:srgbClr val="B43228"/>
                </a:solidFill>
                <a:latin typeface="Noto Sans KR Medium" panose="020B0200000000000000" pitchFamily="50" charset="-127"/>
              </a:rPr>
              <a:t>
— </a:t>
            </a:r>
            <a:r>
              <a:rPr sz="2600" b="1" dirty="0" err="1">
                <a:solidFill>
                  <a:srgbClr val="B43228"/>
                </a:solidFill>
                <a:latin typeface="Noto Sans KR Medium" panose="020B0200000000000000" pitchFamily="50" charset="-127"/>
              </a:rPr>
              <a:t>이돈화는</a:t>
            </a:r>
            <a:r>
              <a:rPr sz="2600" b="1" dirty="0">
                <a:solidFill>
                  <a:srgbClr val="B43228"/>
                </a:solidFill>
                <a:latin typeface="Noto Sans KR Medium" panose="020B0200000000000000" pitchFamily="50" charset="-127"/>
              </a:rPr>
              <a:t> </a:t>
            </a:r>
            <a:r>
              <a:rPr sz="2600" b="1" dirty="0" err="1">
                <a:solidFill>
                  <a:srgbClr val="B43228"/>
                </a:solidFill>
                <a:latin typeface="Noto Sans KR Medium" panose="020B0200000000000000" pitchFamily="50" charset="-127"/>
              </a:rPr>
              <a:t>자신을</a:t>
            </a:r>
            <a:r>
              <a:rPr sz="2600" b="1" dirty="0">
                <a:solidFill>
                  <a:srgbClr val="B43228"/>
                </a:solidFill>
                <a:latin typeface="Noto Sans KR Medium" panose="020B0200000000000000" pitchFamily="50" charset="-127"/>
              </a:rPr>
              <a:t> </a:t>
            </a:r>
            <a:r>
              <a:rPr sz="2600" b="1" dirty="0" err="1">
                <a:solidFill>
                  <a:srgbClr val="B43228"/>
                </a:solidFill>
                <a:latin typeface="Noto Sans KR Medium" panose="020B0200000000000000" pitchFamily="50" charset="-127"/>
              </a:rPr>
              <a:t>셋째</a:t>
            </a:r>
            <a:r>
              <a:rPr sz="2600" b="1" dirty="0">
                <a:solidFill>
                  <a:srgbClr val="B43228"/>
                </a:solidFill>
                <a:latin typeface="Noto Sans KR Medium" panose="020B0200000000000000" pitchFamily="50" charset="-127"/>
              </a:rPr>
              <a:t> </a:t>
            </a:r>
            <a:r>
              <a:rPr sz="2600" b="1" dirty="0" err="1">
                <a:solidFill>
                  <a:srgbClr val="B43228"/>
                </a:solidFill>
                <a:latin typeface="Noto Sans KR Medium" panose="020B0200000000000000" pitchFamily="50" charset="-127"/>
              </a:rPr>
              <a:t>자리에</a:t>
            </a:r>
            <a:r>
              <a:rPr sz="2600" b="1" dirty="0">
                <a:solidFill>
                  <a:srgbClr val="B43228"/>
                </a:solidFill>
                <a:latin typeface="Noto Sans KR Medium" panose="020B0200000000000000" pitchFamily="50" charset="-127"/>
              </a:rPr>
              <a:t> </a:t>
            </a:r>
            <a:r>
              <a:rPr sz="2600" b="1" dirty="0" err="1">
                <a:solidFill>
                  <a:srgbClr val="B43228"/>
                </a:solidFill>
                <a:latin typeface="Noto Sans KR Medium" panose="020B0200000000000000" pitchFamily="50" charset="-127"/>
              </a:rPr>
              <a:t>세운다</a:t>
            </a:r>
            <a:r>
              <a:rPr sz="2600" b="1" dirty="0">
                <a:solidFill>
                  <a:srgbClr val="B43228"/>
                </a:solidFill>
                <a:latin typeface="Noto Sans KR Medium" panose="020B0200000000000000" pitchFamily="50" charset="-127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974336"/>
            <a:ext cx="10149840" cy="435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100" b="0" dirty="0">
                <a:solidFill>
                  <a:srgbClr val="73787C"/>
                </a:solidFill>
                <a:latin typeface="Noto Sans KR Medium" panose="020B0200000000000000" pitchFamily="50" charset="-127"/>
              </a:rPr>
              <a:t>왜 </a:t>
            </a:r>
            <a:r>
              <a:rPr sz="2100" b="0" dirty="0" err="1">
                <a:solidFill>
                  <a:srgbClr val="73787C"/>
                </a:solidFill>
                <a:latin typeface="Noto Sans KR Medium" panose="020B0200000000000000" pitchFamily="50" charset="-127"/>
              </a:rPr>
              <a:t>하필</a:t>
            </a:r>
            <a:r>
              <a:rPr sz="2100" b="0" dirty="0">
                <a:solidFill>
                  <a:srgbClr val="73787C"/>
                </a:solidFill>
                <a:latin typeface="Noto Sans KR Medium" panose="020B0200000000000000" pitchFamily="50" charset="-127"/>
              </a:rPr>
              <a:t> </a:t>
            </a:r>
            <a:r>
              <a:rPr sz="2100" b="0" dirty="0" err="1">
                <a:solidFill>
                  <a:srgbClr val="73787C"/>
                </a:solidFill>
                <a:latin typeface="Noto Sans KR Medium" panose="020B0200000000000000" pitchFamily="50" charset="-127"/>
              </a:rPr>
              <a:t>이때</a:t>
            </a:r>
            <a:r>
              <a:rPr sz="2100" b="0" dirty="0">
                <a:solidFill>
                  <a:srgbClr val="73787C"/>
                </a:solidFill>
                <a:latin typeface="Noto Sans KR Medium" panose="020B0200000000000000" pitchFamily="50" charset="-127"/>
              </a:rPr>
              <a:t> 이 </a:t>
            </a:r>
            <a:r>
              <a:rPr sz="2100" b="0" dirty="0" err="1">
                <a:solidFill>
                  <a:srgbClr val="73787C"/>
                </a:solidFill>
                <a:latin typeface="Noto Sans KR Medium" panose="020B0200000000000000" pitchFamily="50" charset="-127"/>
              </a:rPr>
              <a:t>구도가</a:t>
            </a:r>
            <a:r>
              <a:rPr sz="2100" b="0" dirty="0">
                <a:solidFill>
                  <a:srgbClr val="73787C"/>
                </a:solidFill>
                <a:latin typeface="Noto Sans KR Medium" panose="020B0200000000000000" pitchFamily="50" charset="-127"/>
              </a:rPr>
              <a:t> </a:t>
            </a:r>
            <a:r>
              <a:rPr sz="2100" b="0" dirty="0" err="1">
                <a:solidFill>
                  <a:srgbClr val="73787C"/>
                </a:solidFill>
                <a:latin typeface="Noto Sans KR Medium" panose="020B0200000000000000" pitchFamily="50" charset="-127"/>
              </a:rPr>
              <a:t>필요했을까</a:t>
            </a:r>
            <a:r>
              <a:rPr sz="2100" b="0" dirty="0">
                <a:solidFill>
                  <a:srgbClr val="73787C"/>
                </a:solidFill>
                <a:latin typeface="Noto Sans KR Medium" panose="020B0200000000000000" pitchFamily="50" charset="-127"/>
              </a:rPr>
              <a:t>?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7362920-EBF5-4073-B6F7-0390B1D8A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640080"/>
            <a:ext cx="10607040" cy="5333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 dirty="0" err="1">
                <a:solidFill>
                  <a:srgbClr val="1A365D"/>
                </a:solidFill>
                <a:latin typeface="Noto Sans KR Medium" panose="020B0200000000000000" pitchFamily="50" charset="-127"/>
              </a:rPr>
              <a:t>계기는</a:t>
            </a:r>
            <a:r>
              <a:rPr sz="2700" b="1" dirty="0">
                <a:solidFill>
                  <a:srgbClr val="1A365D"/>
                </a:solidFill>
                <a:latin typeface="Noto Sans KR Medium" panose="020B0200000000000000" pitchFamily="50" charset="-127"/>
              </a:rPr>
              <a:t> 안, </a:t>
            </a:r>
            <a:r>
              <a:rPr sz="2700" b="1" dirty="0" err="1">
                <a:solidFill>
                  <a:srgbClr val="1A365D"/>
                </a:solidFill>
                <a:latin typeface="Noto Sans KR Medium" panose="020B0200000000000000" pitchFamily="50" charset="-127"/>
              </a:rPr>
              <a:t>표적은</a:t>
            </a:r>
            <a:r>
              <a:rPr sz="2700" b="1" dirty="0">
                <a:solidFill>
                  <a:srgbClr val="1A365D"/>
                </a:solidFill>
                <a:latin typeface="Noto Sans KR Medium" panose="020B0200000000000000" pitchFamily="50" charset="-127"/>
              </a:rPr>
              <a:t> 밖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1051560" cy="32004"/>
          </a:xfrm>
          <a:prstGeom prst="rect">
            <a:avLst/>
          </a:prstGeom>
          <a:solidFill>
            <a:srgbClr val="B43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6B5B406C-A1A0-4D29-B2A7-E2F128E27836}"/>
              </a:ext>
            </a:extLst>
          </p:cNvPr>
          <p:cNvGrpSpPr/>
          <p:nvPr/>
        </p:nvGrpSpPr>
        <p:grpSpPr>
          <a:xfrm>
            <a:off x="868680" y="1828800"/>
            <a:ext cx="10451592" cy="2560320"/>
            <a:chOff x="868680" y="1828800"/>
            <a:chExt cx="10451592" cy="2560320"/>
          </a:xfrm>
        </p:grpSpPr>
        <p:sp>
          <p:nvSpPr>
            <p:cNvPr id="6" name="Rounded Rectangle 5"/>
            <p:cNvSpPr/>
            <p:nvPr/>
          </p:nvSpPr>
          <p:spPr>
            <a:xfrm>
              <a:off x="868680" y="1828800"/>
              <a:ext cx="4754880" cy="256032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7E3D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565392" y="1828800"/>
              <a:ext cx="4754880" cy="256032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7E3D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97280" y="2212848"/>
              <a:ext cx="4297680" cy="435376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2100" b="1" dirty="0" err="1">
                  <a:solidFill>
                    <a:srgbClr val="0070C0"/>
                  </a:solidFill>
                  <a:latin typeface="Noto Sans KR Medium" panose="020B0200000000000000" pitchFamily="50" charset="-127"/>
                </a:rPr>
                <a:t>계기</a:t>
              </a:r>
              <a:r>
                <a:rPr sz="2100" b="1" dirty="0">
                  <a:solidFill>
                    <a:srgbClr val="0070C0"/>
                  </a:solidFill>
                  <a:latin typeface="Noto Sans KR Medium" panose="020B0200000000000000" pitchFamily="50" charset="-127"/>
                </a:rPr>
                <a:t> — </a:t>
              </a:r>
              <a:r>
                <a:rPr sz="2100" b="1" dirty="0" err="1">
                  <a:solidFill>
                    <a:srgbClr val="0070C0"/>
                  </a:solidFill>
                  <a:latin typeface="Noto Sans KR Medium" panose="020B0200000000000000" pitchFamily="50" charset="-127"/>
                </a:rPr>
                <a:t>교단</a:t>
              </a:r>
              <a:r>
                <a:rPr sz="2100" b="1" dirty="0">
                  <a:solidFill>
                    <a:srgbClr val="0070C0"/>
                  </a:solidFill>
                  <a:latin typeface="Noto Sans KR Medium" panose="020B0200000000000000" pitchFamily="50" charset="-127"/>
                </a:rPr>
                <a:t> 안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97280" y="2761488"/>
              <a:ext cx="4297680" cy="104522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2800" b="1" dirty="0">
                  <a:solidFill>
                    <a:srgbClr val="1A365D"/>
                  </a:solidFill>
                  <a:latin typeface="Noto Sans KR Medium" panose="020B0200000000000000" pitchFamily="50" charset="-127"/>
                </a:rPr>
                <a:t>1921년 말
</a:t>
              </a:r>
              <a:r>
                <a:rPr sz="2800" b="1" dirty="0" err="1">
                  <a:solidFill>
                    <a:srgbClr val="1A365D"/>
                  </a:solidFill>
                  <a:latin typeface="Noto Sans KR Medium" panose="020B0200000000000000" pitchFamily="50" charset="-127"/>
                </a:rPr>
                <a:t>천도교</a:t>
              </a:r>
              <a:r>
                <a:rPr sz="2800" b="1" dirty="0">
                  <a:solidFill>
                    <a:srgbClr val="1A365D"/>
                  </a:solidFill>
                  <a:latin typeface="Noto Sans KR Medium" panose="020B0200000000000000" pitchFamily="50" charset="-127"/>
                </a:rPr>
                <a:t> 제1차 </a:t>
              </a:r>
              <a:r>
                <a:rPr sz="2800" b="1" dirty="0" err="1">
                  <a:solidFill>
                    <a:srgbClr val="1A365D"/>
                  </a:solidFill>
                  <a:latin typeface="Noto Sans KR Medium" panose="020B0200000000000000" pitchFamily="50" charset="-127"/>
                </a:rPr>
                <a:t>분규</a:t>
              </a:r>
              <a:endParaRPr sz="2800" b="1" dirty="0">
                <a:solidFill>
                  <a:srgbClr val="1A365D"/>
                </a:solidFill>
                <a:latin typeface="Noto Sans KR Medium" panose="020B0200000000000000" pitchFamily="50" charset="-127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784848" y="2212848"/>
              <a:ext cx="4297680" cy="435376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2100" b="1" dirty="0" err="1">
                  <a:solidFill>
                    <a:srgbClr val="B43228"/>
                  </a:solidFill>
                  <a:latin typeface="Noto Sans KR Medium" panose="020B0200000000000000" pitchFamily="50" charset="-127"/>
                </a:rPr>
                <a:t>표적</a:t>
              </a:r>
              <a:r>
                <a:rPr sz="2100" b="1" dirty="0">
                  <a:solidFill>
                    <a:srgbClr val="B43228"/>
                  </a:solidFill>
                  <a:latin typeface="Noto Sans KR Medium" panose="020B0200000000000000" pitchFamily="50" charset="-127"/>
                </a:rPr>
                <a:t> — </a:t>
              </a:r>
              <a:r>
                <a:rPr sz="2100" b="1" dirty="0" err="1">
                  <a:solidFill>
                    <a:srgbClr val="B43228"/>
                  </a:solidFill>
                  <a:latin typeface="Noto Sans KR Medium" panose="020B0200000000000000" pitchFamily="50" charset="-127"/>
                </a:rPr>
                <a:t>교단</a:t>
              </a:r>
              <a:r>
                <a:rPr sz="2100" b="1" dirty="0">
                  <a:solidFill>
                    <a:srgbClr val="B43228"/>
                  </a:solidFill>
                  <a:latin typeface="Noto Sans KR Medium" panose="020B0200000000000000" pitchFamily="50" charset="-127"/>
                </a:rPr>
                <a:t> 밖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784848" y="2761488"/>
              <a:ext cx="4297680" cy="94307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2500" b="1" dirty="0">
                  <a:solidFill>
                    <a:srgbClr val="B43228"/>
                  </a:solidFill>
                  <a:latin typeface="Noto Sans KR Medium" panose="020B0200000000000000" pitchFamily="50" charset="-127"/>
                </a:rPr>
                <a:t>1921년 3월부터
</a:t>
              </a:r>
              <a:r>
                <a:rPr sz="2500" b="1" dirty="0" err="1">
                  <a:solidFill>
                    <a:srgbClr val="B43228"/>
                  </a:solidFill>
                  <a:latin typeface="Noto Sans KR Medium" panose="020B0200000000000000" pitchFamily="50" charset="-127"/>
                </a:rPr>
                <a:t>번역·소개된</a:t>
              </a:r>
              <a:r>
                <a:rPr sz="2500" b="1" dirty="0">
                  <a:solidFill>
                    <a:srgbClr val="B43228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2500" b="1" dirty="0" err="1">
                  <a:solidFill>
                    <a:srgbClr val="B43228"/>
                  </a:solidFill>
                  <a:latin typeface="Noto Sans KR Medium" panose="020B0200000000000000" pitchFamily="50" charset="-127"/>
                </a:rPr>
                <a:t>맑스주의</a:t>
              </a:r>
              <a:r>
                <a:rPr sz="2500" b="1" dirty="0">
                  <a:solidFill>
                    <a:srgbClr val="B43228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2500" b="1" dirty="0" err="1">
                  <a:solidFill>
                    <a:srgbClr val="B43228"/>
                  </a:solidFill>
                  <a:latin typeface="Noto Sans KR Medium" panose="020B0200000000000000" pitchFamily="50" charset="-127"/>
                </a:rPr>
                <a:t>유물론</a:t>
              </a:r>
              <a:endParaRPr sz="2500" b="1" dirty="0">
                <a:solidFill>
                  <a:srgbClr val="B43228"/>
                </a:solidFill>
                <a:latin typeface="Noto Sans KR Medium" panose="020B0200000000000000" pitchFamily="50" charset="-127"/>
              </a:endParaRPr>
            </a:p>
          </p:txBody>
        </p:sp>
      </p:grp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859C8C6D-A6EB-4EF1-B5C0-D04D88867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640080"/>
            <a:ext cx="10607040" cy="5333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 dirty="0" err="1">
                <a:solidFill>
                  <a:srgbClr val="1A365D"/>
                </a:solidFill>
                <a:latin typeface="Noto Sans KR Medium" panose="020B0200000000000000" pitchFamily="50" charset="-127"/>
              </a:rPr>
              <a:t>이미</a:t>
            </a:r>
            <a:r>
              <a:rPr sz="2700" b="1" dirty="0">
                <a:solidFill>
                  <a:srgbClr val="1A365D"/>
                </a:solidFill>
                <a:latin typeface="Noto Sans KR Medium" panose="020B0200000000000000" pitchFamily="50" charset="-127"/>
              </a:rPr>
              <a:t> </a:t>
            </a:r>
            <a:r>
              <a:rPr sz="2700" b="1" dirty="0" err="1">
                <a:solidFill>
                  <a:srgbClr val="1A365D"/>
                </a:solidFill>
                <a:latin typeface="Noto Sans KR Medium" panose="020B0200000000000000" pitchFamily="50" charset="-127"/>
              </a:rPr>
              <a:t>있던</a:t>
            </a:r>
            <a:r>
              <a:rPr sz="2700" b="1" dirty="0">
                <a:solidFill>
                  <a:srgbClr val="1A365D"/>
                </a:solidFill>
                <a:latin typeface="Noto Sans KR Medium" panose="020B0200000000000000" pitchFamily="50" charset="-127"/>
              </a:rPr>
              <a:t> </a:t>
            </a:r>
            <a:r>
              <a:rPr sz="2700" b="1" dirty="0" err="1">
                <a:solidFill>
                  <a:srgbClr val="1A365D"/>
                </a:solidFill>
                <a:latin typeface="Noto Sans KR Medium" panose="020B0200000000000000" pitchFamily="50" charset="-127"/>
              </a:rPr>
              <a:t>논법</a:t>
            </a:r>
            <a:r>
              <a:rPr sz="2700" b="1" dirty="0">
                <a:solidFill>
                  <a:srgbClr val="1A365D"/>
                </a:solidFill>
                <a:latin typeface="Noto Sans KR Medium" panose="020B0200000000000000" pitchFamily="50" charset="-127"/>
              </a:rPr>
              <a:t>, </a:t>
            </a:r>
            <a:r>
              <a:rPr sz="2700" b="1" dirty="0" err="1">
                <a:solidFill>
                  <a:srgbClr val="1A365D"/>
                </a:solidFill>
                <a:latin typeface="Noto Sans KR Medium" panose="020B0200000000000000" pitchFamily="50" charset="-127"/>
              </a:rPr>
              <a:t>새로</a:t>
            </a:r>
            <a:r>
              <a:rPr sz="2700" b="1" dirty="0">
                <a:solidFill>
                  <a:srgbClr val="1A365D"/>
                </a:solidFill>
                <a:latin typeface="Noto Sans KR Medium" panose="020B0200000000000000" pitchFamily="50" charset="-127"/>
              </a:rPr>
              <a:t> </a:t>
            </a:r>
            <a:r>
              <a:rPr sz="2700" b="1" dirty="0" err="1">
                <a:solidFill>
                  <a:srgbClr val="1A365D"/>
                </a:solidFill>
                <a:latin typeface="Noto Sans KR Medium" panose="020B0200000000000000" pitchFamily="50" charset="-127"/>
              </a:rPr>
              <a:t>정해진</a:t>
            </a:r>
            <a:r>
              <a:rPr sz="2700" b="1" dirty="0">
                <a:solidFill>
                  <a:srgbClr val="1A365D"/>
                </a:solidFill>
                <a:latin typeface="Noto Sans KR Medium" panose="020B0200000000000000" pitchFamily="50" charset="-127"/>
              </a:rPr>
              <a:t> </a:t>
            </a:r>
            <a:r>
              <a:rPr sz="2700" b="1" dirty="0" err="1">
                <a:solidFill>
                  <a:srgbClr val="1A365D"/>
                </a:solidFill>
                <a:latin typeface="Noto Sans KR Medium" panose="020B0200000000000000" pitchFamily="50" charset="-127"/>
              </a:rPr>
              <a:t>표적</a:t>
            </a:r>
            <a:endParaRPr sz="2700" b="1" dirty="0">
              <a:solidFill>
                <a:srgbClr val="1A365D"/>
              </a:solidFill>
              <a:latin typeface="Noto Sans KR Medium" panose="020B0200000000000000" pitchFamily="50" charset="-127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1051560" cy="32004"/>
          </a:xfrm>
          <a:prstGeom prst="rect">
            <a:avLst/>
          </a:prstGeom>
          <a:solidFill>
            <a:srgbClr val="B43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B98921B2-1E0E-4B15-8B09-6F25B36B622C}"/>
              </a:ext>
            </a:extLst>
          </p:cNvPr>
          <p:cNvGrpSpPr/>
          <p:nvPr/>
        </p:nvGrpSpPr>
        <p:grpSpPr>
          <a:xfrm>
            <a:off x="411478" y="2103120"/>
            <a:ext cx="11384282" cy="2378385"/>
            <a:chOff x="411478" y="2313432"/>
            <a:chExt cx="11384282" cy="2378385"/>
          </a:xfrm>
        </p:grpSpPr>
        <p:sp>
          <p:nvSpPr>
            <p:cNvPr id="6" name="Rectangle 5"/>
            <p:cNvSpPr/>
            <p:nvPr/>
          </p:nvSpPr>
          <p:spPr>
            <a:xfrm>
              <a:off x="1143000" y="3254132"/>
              <a:ext cx="9966960" cy="54864"/>
            </a:xfrm>
            <a:prstGeom prst="rect">
              <a:avLst/>
            </a:prstGeom>
            <a:solidFill>
              <a:srgbClr val="BFC4C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325880" y="3081528"/>
              <a:ext cx="384048" cy="384048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60119" y="2313432"/>
              <a:ext cx="1143000" cy="353687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600" b="1" dirty="0">
                  <a:solidFill>
                    <a:srgbClr val="1A365D"/>
                  </a:solidFill>
                  <a:latin typeface="Noto Sans KR Medium" panose="020B0200000000000000" pitchFamily="50" charset="-127"/>
                </a:rPr>
                <a:t>1920.11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11478" y="3749039"/>
              <a:ext cx="2510831" cy="353687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600" b="1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‘</a:t>
              </a:r>
              <a:r>
                <a:rPr sz="1600" b="1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실재론으로</a:t>
              </a:r>
              <a:r>
                <a:rPr sz="1600" b="1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본 </a:t>
              </a:r>
              <a:r>
                <a:rPr sz="1600" b="1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인내천주의</a:t>
              </a:r>
              <a:r>
                <a:rPr sz="1600" b="1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’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11479" y="4370832"/>
              <a:ext cx="2194560" cy="32098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400" b="1" dirty="0" err="1">
                  <a:solidFill>
                    <a:srgbClr val="1A365D"/>
                  </a:solidFill>
                  <a:latin typeface="Noto Sans KR Medium" panose="020B0200000000000000" pitchFamily="50" charset="-127"/>
                </a:rPr>
                <a:t>논법은</a:t>
              </a:r>
              <a:r>
                <a:rPr sz="1400" b="1" dirty="0">
                  <a:solidFill>
                    <a:srgbClr val="1A365D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400" b="1" dirty="0" err="1">
                  <a:solidFill>
                    <a:srgbClr val="1A365D"/>
                  </a:solidFill>
                  <a:latin typeface="Noto Sans KR Medium" panose="020B0200000000000000" pitchFamily="50" charset="-127"/>
                </a:rPr>
                <a:t>이미</a:t>
              </a:r>
              <a:r>
                <a:rPr sz="1400" b="1" dirty="0">
                  <a:solidFill>
                    <a:srgbClr val="1A365D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400" b="1" dirty="0" err="1">
                  <a:solidFill>
                    <a:srgbClr val="1A365D"/>
                  </a:solidFill>
                  <a:latin typeface="Noto Sans KR Medium" panose="020B0200000000000000" pitchFamily="50" charset="-127"/>
                </a:rPr>
                <a:t>갖추어짐</a:t>
              </a:r>
              <a:endParaRPr sz="1400" b="1" dirty="0">
                <a:solidFill>
                  <a:srgbClr val="1A365D"/>
                </a:solidFill>
                <a:latin typeface="Noto Sans KR Medium" panose="020B0200000000000000" pitchFamily="50" charset="-127"/>
              </a:endParaRP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4389120" y="3081528"/>
              <a:ext cx="384048" cy="384048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023359" y="2313432"/>
              <a:ext cx="1143000" cy="353687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600" b="1" dirty="0">
                  <a:solidFill>
                    <a:srgbClr val="0070C0"/>
                  </a:solidFill>
                  <a:latin typeface="Noto Sans KR Medium" panose="020B0200000000000000" pitchFamily="50" charset="-127"/>
                </a:rPr>
                <a:t>1921년 말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474720" y="3749039"/>
              <a:ext cx="2194560" cy="353687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600" b="1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천도교</a:t>
              </a:r>
              <a:r>
                <a:rPr sz="1600" b="1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제1차 </a:t>
              </a:r>
              <a:r>
                <a:rPr sz="1600" b="1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분규</a:t>
              </a:r>
              <a:endParaRPr sz="1600" b="1" dirty="0">
                <a:solidFill>
                  <a:srgbClr val="20262C"/>
                </a:solidFill>
                <a:latin typeface="Noto Sans KR Medium" panose="020B0200000000000000" pitchFamily="50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474720" y="4370832"/>
              <a:ext cx="2194560" cy="32098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400" b="1" dirty="0" err="1">
                  <a:solidFill>
                    <a:srgbClr val="0070C0"/>
                  </a:solidFill>
                  <a:latin typeface="Noto Sans KR Medium" panose="020B0200000000000000" pitchFamily="50" charset="-127"/>
                </a:rPr>
                <a:t>내부</a:t>
              </a:r>
              <a:r>
                <a:rPr sz="1400" b="1" dirty="0">
                  <a:solidFill>
                    <a:srgbClr val="0070C0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400" b="1" dirty="0" err="1">
                  <a:solidFill>
                    <a:srgbClr val="0070C0"/>
                  </a:solidFill>
                  <a:latin typeface="Noto Sans KR Medium" panose="020B0200000000000000" pitchFamily="50" charset="-127"/>
                </a:rPr>
                <a:t>계기</a:t>
              </a:r>
              <a:endParaRPr sz="1400" b="1" dirty="0">
                <a:solidFill>
                  <a:srgbClr val="0070C0"/>
                </a:solidFill>
                <a:latin typeface="Noto Sans KR Medium" panose="020B0200000000000000" pitchFamily="50" charset="-127"/>
              </a:endParaRP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7452360" y="3081528"/>
              <a:ext cx="384048" cy="384048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086600" y="2313432"/>
              <a:ext cx="1143000" cy="353687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600" b="1" dirty="0">
                  <a:solidFill>
                    <a:srgbClr val="0070C0"/>
                  </a:solidFill>
                  <a:latin typeface="Noto Sans KR Medium" panose="020B0200000000000000" pitchFamily="50" charset="-127"/>
                </a:rPr>
                <a:t>1922.2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537960" y="3749039"/>
              <a:ext cx="2194560" cy="353687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600" b="1" dirty="0">
                  <a:solidFill>
                    <a:srgbClr val="0000FF"/>
                  </a:solidFill>
                  <a:latin typeface="Noto Sans KR Medium" panose="020B0200000000000000" pitchFamily="50" charset="-127"/>
                </a:rPr>
                <a:t>‘</a:t>
              </a:r>
              <a:r>
                <a:rPr sz="1600" b="1" dirty="0" err="1">
                  <a:solidFill>
                    <a:srgbClr val="0000FF"/>
                  </a:solidFill>
                  <a:latin typeface="Noto Sans KR Medium" panose="020B0200000000000000" pitchFamily="50" charset="-127"/>
                </a:rPr>
                <a:t>우리의</a:t>
              </a:r>
              <a:r>
                <a:rPr sz="1600" b="1" dirty="0">
                  <a:solidFill>
                    <a:srgbClr val="0000FF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1" dirty="0" err="1">
                  <a:solidFill>
                    <a:srgbClr val="0000FF"/>
                  </a:solidFill>
                  <a:latin typeface="Noto Sans KR Medium" panose="020B0200000000000000" pitchFamily="50" charset="-127"/>
                </a:rPr>
                <a:t>새로운</a:t>
              </a:r>
              <a:r>
                <a:rPr sz="1600" b="1" dirty="0">
                  <a:solidFill>
                    <a:srgbClr val="0000FF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1" dirty="0" err="1">
                  <a:solidFill>
                    <a:srgbClr val="0000FF"/>
                  </a:solidFill>
                  <a:latin typeface="Noto Sans KR Medium" panose="020B0200000000000000" pitchFamily="50" charset="-127"/>
                </a:rPr>
                <a:t>생사관</a:t>
              </a:r>
              <a:r>
                <a:rPr sz="1600" b="1" dirty="0">
                  <a:solidFill>
                    <a:srgbClr val="0000FF"/>
                  </a:solidFill>
                  <a:latin typeface="Noto Sans KR Medium" panose="020B0200000000000000" pitchFamily="50" charset="-127"/>
                </a:rPr>
                <a:t>’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537960" y="4370832"/>
              <a:ext cx="2194560" cy="32098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400" b="1" dirty="0">
                  <a:solidFill>
                    <a:srgbClr val="0070C0"/>
                  </a:solidFill>
                  <a:latin typeface="Noto Sans KR Medium" panose="020B0200000000000000" pitchFamily="50" charset="-127"/>
                </a:rPr>
                <a:t>세 </a:t>
              </a:r>
              <a:r>
                <a:rPr sz="1400" b="1" dirty="0" err="1">
                  <a:solidFill>
                    <a:srgbClr val="0070C0"/>
                  </a:solidFill>
                  <a:latin typeface="Noto Sans KR Medium" panose="020B0200000000000000" pitchFamily="50" charset="-127"/>
                </a:rPr>
                <a:t>부류로</a:t>
              </a:r>
              <a:r>
                <a:rPr sz="1400" b="1" dirty="0">
                  <a:solidFill>
                    <a:srgbClr val="0070C0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400" b="1" dirty="0" err="1">
                  <a:solidFill>
                    <a:srgbClr val="0070C0"/>
                  </a:solidFill>
                  <a:latin typeface="Noto Sans KR Medium" panose="020B0200000000000000" pitchFamily="50" charset="-127"/>
                </a:rPr>
                <a:t>재배치</a:t>
              </a:r>
              <a:endParaRPr sz="1400" b="1" dirty="0">
                <a:solidFill>
                  <a:srgbClr val="0070C0"/>
                </a:solidFill>
                <a:latin typeface="Noto Sans KR Medium" panose="020B0200000000000000" pitchFamily="50" charset="-127"/>
              </a:endParaRP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10515600" y="3081528"/>
              <a:ext cx="384048" cy="384048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0149840" y="2313432"/>
              <a:ext cx="1143000" cy="353687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600" dirty="0">
                  <a:latin typeface="Noto Sans KR Medium" panose="020B0200000000000000" pitchFamily="50" charset="-127"/>
                </a:rPr>
                <a:t>1924.4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601200" y="3749039"/>
              <a:ext cx="2194560" cy="353687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600" b="1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『</a:t>
              </a:r>
              <a:r>
                <a:rPr sz="1600" b="1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인내천요의</a:t>
              </a:r>
              <a:r>
                <a:rPr sz="1600" b="1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』 </a:t>
              </a:r>
              <a:r>
                <a:rPr sz="1600" b="1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광고</a:t>
              </a:r>
              <a:endParaRPr sz="1600" b="1" dirty="0">
                <a:solidFill>
                  <a:srgbClr val="20262C"/>
                </a:solidFill>
                <a:latin typeface="Noto Sans KR Medium" panose="020B0200000000000000" pitchFamily="50" charset="-127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601200" y="4370832"/>
              <a:ext cx="2194560" cy="32098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400" b="1" dirty="0" err="1">
                  <a:latin typeface="Noto Sans KR Medium" panose="020B0200000000000000" pitchFamily="50" charset="-127"/>
                </a:rPr>
                <a:t>외부</a:t>
              </a:r>
              <a:r>
                <a:rPr sz="1400" b="1" dirty="0">
                  <a:latin typeface="Noto Sans KR Medium" panose="020B0200000000000000" pitchFamily="50" charset="-127"/>
                </a:rPr>
                <a:t> </a:t>
              </a:r>
              <a:r>
                <a:rPr sz="1400" b="1" dirty="0" err="1">
                  <a:latin typeface="Noto Sans KR Medium" panose="020B0200000000000000" pitchFamily="50" charset="-127"/>
                </a:rPr>
                <a:t>표적의</a:t>
              </a:r>
              <a:r>
                <a:rPr sz="1400" b="1" dirty="0">
                  <a:latin typeface="Noto Sans KR Medium" panose="020B0200000000000000" pitchFamily="50" charset="-127"/>
                </a:rPr>
                <a:t> </a:t>
              </a:r>
              <a:r>
                <a:rPr sz="1400" b="1" dirty="0" err="1">
                  <a:latin typeface="Noto Sans KR Medium" panose="020B0200000000000000" pitchFamily="50" charset="-127"/>
                </a:rPr>
                <a:t>확인</a:t>
              </a:r>
              <a:endParaRPr sz="1400" b="1" dirty="0">
                <a:latin typeface="Noto Sans KR Medium" panose="020B0200000000000000" pitchFamily="50" charset="-127"/>
              </a:endParaRPr>
            </a:p>
          </p:txBody>
        </p:sp>
      </p:grpSp>
      <p:sp>
        <p:nvSpPr>
          <p:cNvPr id="25" name="슬라이드 번호 개체 틀 24">
            <a:extLst>
              <a:ext uri="{FF2B5EF4-FFF2-40B4-BE49-F238E27FC236}">
                <a16:creationId xmlns:a16="http://schemas.microsoft.com/office/drawing/2014/main" id="{A918158C-2790-4B12-AAD6-AA19F4E10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FC28184A-E3D2-4A7E-9BE8-8B3B5A7FECEF}"/>
              </a:ext>
            </a:extLst>
          </p:cNvPr>
          <p:cNvGrpSpPr/>
          <p:nvPr/>
        </p:nvGrpSpPr>
        <p:grpSpPr>
          <a:xfrm>
            <a:off x="283850" y="367645"/>
            <a:ext cx="6927655" cy="6363929"/>
            <a:chOff x="283850" y="367645"/>
            <a:chExt cx="6927655" cy="6363929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45CD0C5B-14CC-4BFE-8611-187F4AF5ADC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1521"/>
            <a:stretch/>
          </p:blipFill>
          <p:spPr>
            <a:xfrm>
              <a:off x="283850" y="367645"/>
              <a:ext cx="6927655" cy="6363929"/>
            </a:xfrm>
            <a:prstGeom prst="rect">
              <a:avLst/>
            </a:prstGeom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EAEA7A86-29C8-4E9E-9274-13D2BF5BCEEF}"/>
                </a:ext>
              </a:extLst>
            </p:cNvPr>
            <p:cNvSpPr/>
            <p:nvPr/>
          </p:nvSpPr>
          <p:spPr>
            <a:xfrm>
              <a:off x="2309567" y="367646"/>
              <a:ext cx="1781666" cy="622805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6E7A210-7261-46FB-9E83-CB326FFA58FC}"/>
              </a:ext>
            </a:extLst>
          </p:cNvPr>
          <p:cNvSpPr txBox="1"/>
          <p:nvPr/>
        </p:nvSpPr>
        <p:spPr>
          <a:xfrm>
            <a:off x="7315200" y="278798"/>
            <a:ext cx="4694547" cy="5737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『</a:t>
            </a:r>
            <a:r>
              <a:rPr lang="ko-KR" altLang="en-US" sz="20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인내천요의</a:t>
            </a:r>
            <a:r>
              <a:rPr lang="en-US" altLang="ko-KR" sz="20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』 </a:t>
            </a:r>
            <a:r>
              <a:rPr lang="ko-KR" altLang="en-US" sz="20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초판 광고 문안 </a:t>
            </a:r>
            <a:r>
              <a:rPr lang="en-US" altLang="ko-KR" sz="20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— 『</a:t>
            </a:r>
            <a:r>
              <a:rPr lang="ko-KR" altLang="en-US" sz="20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동아일보</a:t>
            </a:r>
            <a:r>
              <a:rPr lang="en-US" altLang="ko-KR" sz="20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』 1924-04-07</a:t>
            </a:r>
          </a:p>
          <a:p>
            <a:pPr algn="ctr"/>
            <a:endParaRPr lang="en-US" altLang="ko-KR" sz="2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ctr"/>
            <a:r>
              <a:rPr lang="ko-KR" altLang="en-US" sz="20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後天開闢의 第一宣言</a:t>
            </a:r>
          </a:p>
          <a:p>
            <a:pPr algn="ctr"/>
            <a:endParaRPr lang="ko-KR" altLang="en-US" sz="2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just">
              <a:lnSpc>
                <a:spcPct val="150000"/>
              </a:lnSpc>
            </a:pPr>
            <a:r>
              <a:rPr lang="ko-KR" altLang="en-US" b="1" dirty="0">
                <a:solidFill>
                  <a:srgbClr val="0000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보아라 공산주의</a:t>
            </a:r>
            <a:r>
              <a:rPr lang="en-US" altLang="ko-KR" b="1" dirty="0">
                <a:solidFill>
                  <a:srgbClr val="0000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, </a:t>
            </a:r>
            <a:r>
              <a:rPr lang="ko-KR" altLang="en-US" b="1" dirty="0">
                <a:solidFill>
                  <a:srgbClr val="0000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무정부주의의 究境 理想에도 현대의 민중은 오히려 快滿을 느끼지 못하는 것이 아니냐</a:t>
            </a:r>
            <a:r>
              <a:rPr lang="en-US" altLang="ko-KR" b="1" dirty="0">
                <a:solidFill>
                  <a:srgbClr val="0000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  <a:r>
              <a:rPr lang="en-US" altLang="ko-KR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ko-KR" altLang="en-US" b="1" dirty="0" err="1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아모리</a:t>
            </a:r>
            <a:r>
              <a:rPr lang="ko-KR" altLang="en-US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생각해도 이 우주에는 확실히 전 우주를 관류하는 무슨 큰 힘이 있는 것이다</a:t>
            </a:r>
            <a:r>
              <a:rPr lang="en-US" altLang="ko-KR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 </a:t>
            </a:r>
            <a:r>
              <a:rPr lang="ko-KR" altLang="en-US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이 힘은 </a:t>
            </a:r>
            <a:r>
              <a:rPr lang="en-US" altLang="ko-KR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… </a:t>
            </a:r>
            <a:r>
              <a:rPr lang="ko-KR" altLang="en-US" b="1" dirty="0" err="1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오즉</a:t>
            </a:r>
            <a:r>
              <a:rPr lang="ko-KR" altLang="en-US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터</a:t>
            </a:r>
            <a:r>
              <a:rPr lang="en-US" altLang="ko-KR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[</a:t>
            </a:r>
            <a:r>
              <a:rPr lang="ko-KR" altLang="en-US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땅 </a:t>
            </a:r>
            <a:r>
              <a:rPr lang="en-US" altLang="ko-KR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— </a:t>
            </a:r>
            <a:r>
              <a:rPr lang="ko-KR" altLang="en-US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인용자</a:t>
            </a:r>
            <a:r>
              <a:rPr lang="en-US" altLang="ko-KR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]</a:t>
            </a:r>
            <a:r>
              <a:rPr lang="ko-KR" altLang="en-US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와 내가 聯通함에서 뿐 오는 즉</a:t>
            </a:r>
            <a:r>
              <a:rPr lang="en-US" altLang="ko-KR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, </a:t>
            </a:r>
            <a:r>
              <a:rPr lang="ko-KR" altLang="en-US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타력과 자력을 통일한 연대의 힘이다</a:t>
            </a:r>
            <a:r>
              <a:rPr lang="en-US" altLang="ko-KR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 … </a:t>
            </a:r>
            <a:r>
              <a:rPr lang="ko-KR" altLang="en-US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우리 인간은 이 우주신경의 말초위치를 점유한 관계상</a:t>
            </a:r>
            <a:r>
              <a:rPr lang="en-US" altLang="ko-KR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, </a:t>
            </a:r>
            <a:r>
              <a:rPr lang="ko-KR" altLang="en-US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眞人間은 당연히 전우주와 동일한 역량</a:t>
            </a:r>
            <a:r>
              <a:rPr lang="en-US" altLang="ko-KR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, </a:t>
            </a:r>
            <a:r>
              <a:rPr lang="ko-KR" altLang="en-US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동일한 위대를 擁有할 </a:t>
            </a:r>
            <a:r>
              <a:rPr lang="ko-KR" altLang="en-US" b="1" dirty="0" err="1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것이어늘</a:t>
            </a:r>
            <a:r>
              <a:rPr lang="ko-KR" altLang="en-US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…</a:t>
            </a:r>
            <a:endParaRPr lang="ko-KR" altLang="en-US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EF3DE10-C2C7-42BF-A128-F68EE8154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4382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03ADE6-6BEF-4A0D-B107-18735D6B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05D0DB-5125-4273-9EA2-C0F40D9202C5}"/>
              </a:ext>
            </a:extLst>
          </p:cNvPr>
          <p:cNvSpPr txBox="1"/>
          <p:nvPr/>
        </p:nvSpPr>
        <p:spPr>
          <a:xfrm>
            <a:off x="1879964" y="2590467"/>
            <a:ext cx="8173039" cy="148290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ko-KR" altLang="ko-KR" sz="3200" b="1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그 논법</a:t>
            </a:r>
            <a:r>
              <a:rPr lang="ko-KR" altLang="en-US" sz="3200" b="1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을</a:t>
            </a:r>
            <a:r>
              <a:rPr lang="en-US" altLang="ko-KR" sz="3200" b="1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ko-KR" altLang="ko-KR" sz="3200" b="1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옮</a:t>
            </a:r>
            <a:r>
              <a:rPr lang="ko-KR" altLang="en-US" sz="3200" b="1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기</a:t>
            </a:r>
            <a:r>
              <a:rPr lang="ko-KR" altLang="ko-KR" sz="3200" b="1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는 과정에서 </a:t>
            </a:r>
            <a:endParaRPr lang="en-US" altLang="ko-KR" sz="3200" b="1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ko-KR" altLang="ko-KR" sz="3200" b="1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무엇을 </a:t>
            </a:r>
            <a:r>
              <a:rPr lang="ko-KR" altLang="en-US" sz="3200" b="1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버리고</a:t>
            </a:r>
            <a:r>
              <a:rPr lang="ko-KR" altLang="ko-KR" sz="3200" b="1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무엇을 </a:t>
            </a:r>
            <a:r>
              <a:rPr lang="ko-KR" altLang="en-US" sz="3200" b="1" dirty="0">
                <a:solidFill>
                  <a:srgbClr val="FF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선택</a:t>
            </a:r>
            <a:r>
              <a:rPr lang="ko-KR" altLang="en-US" sz="3200" b="1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했</a:t>
            </a:r>
            <a:r>
              <a:rPr lang="ko-KR" altLang="ko-KR" sz="3200" b="1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나</a:t>
            </a:r>
            <a:r>
              <a:rPr lang="en-US" altLang="ko-KR" sz="3200" b="1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  <a:endParaRPr sz="3200" b="1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AEE899-3374-4B7A-927B-262357F08215}"/>
              </a:ext>
            </a:extLst>
          </p:cNvPr>
          <p:cNvSpPr txBox="1"/>
          <p:nvPr/>
        </p:nvSpPr>
        <p:spPr>
          <a:xfrm>
            <a:off x="1365638" y="1165872"/>
            <a:ext cx="1226734" cy="11703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6600" b="1" dirty="0">
                <a:solidFill>
                  <a:srgbClr val="FFF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0</a:t>
            </a:r>
            <a:r>
              <a:rPr lang="en-US" altLang="ko-KR" sz="6600" b="1" dirty="0">
                <a:solidFill>
                  <a:srgbClr val="FFF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4</a:t>
            </a:r>
            <a:endParaRPr sz="6600" b="1" dirty="0">
              <a:solidFill>
                <a:srgbClr val="FFFF00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510540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640080"/>
            <a:ext cx="10607040" cy="5333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altLang="en-US" sz="2700" b="1" dirty="0">
                <a:solidFill>
                  <a:srgbClr val="1A365D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옮겨온</a:t>
            </a:r>
            <a:r>
              <a:rPr sz="2700" b="1" dirty="0">
                <a:solidFill>
                  <a:srgbClr val="1A365D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sz="2700" b="1" dirty="0" err="1">
                <a:solidFill>
                  <a:srgbClr val="1A365D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절차</a:t>
            </a:r>
            <a:r>
              <a:rPr sz="2700" b="1" dirty="0">
                <a:solidFill>
                  <a:srgbClr val="1A365D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, </a:t>
            </a:r>
            <a:r>
              <a:rPr sz="2700" b="1" dirty="0" err="1">
                <a:solidFill>
                  <a:srgbClr val="1A365D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달라진</a:t>
            </a:r>
            <a:r>
              <a:rPr sz="2700" b="1" dirty="0">
                <a:solidFill>
                  <a:srgbClr val="1A365D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sz="2700" b="1" dirty="0" err="1">
                <a:solidFill>
                  <a:srgbClr val="1A365D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언어와</a:t>
            </a:r>
            <a:r>
              <a:rPr sz="2700" b="1" dirty="0">
                <a:solidFill>
                  <a:srgbClr val="1A365D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sz="2700" b="1" dirty="0" err="1">
                <a:solidFill>
                  <a:srgbClr val="1A365D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결론</a:t>
            </a:r>
            <a:endParaRPr sz="2700" b="1" dirty="0">
              <a:solidFill>
                <a:srgbClr val="1A365D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1051560" cy="32004"/>
          </a:xfrm>
          <a:prstGeom prst="rect">
            <a:avLst/>
          </a:prstGeom>
          <a:solidFill>
            <a:srgbClr val="B43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310A3074-49C6-4B79-A7BC-FCB2B8E618D0}"/>
              </a:ext>
            </a:extLst>
          </p:cNvPr>
          <p:cNvGrpSpPr/>
          <p:nvPr/>
        </p:nvGrpSpPr>
        <p:grpSpPr>
          <a:xfrm>
            <a:off x="914400" y="1780160"/>
            <a:ext cx="10222992" cy="2581438"/>
            <a:chOff x="914400" y="1629328"/>
            <a:chExt cx="10222992" cy="2581438"/>
          </a:xfrm>
        </p:grpSpPr>
        <p:sp>
          <p:nvSpPr>
            <p:cNvPr id="6" name="TextBox 5"/>
            <p:cNvSpPr txBox="1"/>
            <p:nvPr/>
          </p:nvSpPr>
          <p:spPr>
            <a:xfrm>
              <a:off x="960120" y="1629328"/>
              <a:ext cx="4297680" cy="4843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lang="ko-KR" altLang="en-US" sz="2400" b="1" dirty="0">
                  <a:solidFill>
                    <a:srgbClr val="0070C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옮겨온</a:t>
              </a:r>
              <a:r>
                <a:rPr sz="2400" b="1" dirty="0">
                  <a:solidFill>
                    <a:srgbClr val="0070C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것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839712" y="1629328"/>
              <a:ext cx="4297680" cy="4843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lang="ko-KR" altLang="en-US" sz="2400" b="1" dirty="0">
                  <a:solidFill>
                    <a:srgbClr val="B43228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옮겨오지 않은</a:t>
              </a:r>
              <a:r>
                <a:rPr sz="2400" b="1" dirty="0">
                  <a:solidFill>
                    <a:srgbClr val="B43228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것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914400" y="2299670"/>
              <a:ext cx="4343400" cy="484632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7E3D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78992" y="2362263"/>
              <a:ext cx="4023360" cy="36997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700" b="1" dirty="0" err="1">
                  <a:solidFill>
                    <a:srgbClr val="0070C0"/>
                  </a:solidFill>
                  <a:latin typeface="Noto Sans KR Medium" panose="020B0200000000000000" pitchFamily="50" charset="-127"/>
                </a:rPr>
                <a:t>반박의</a:t>
              </a:r>
              <a:r>
                <a:rPr sz="1700" b="1" dirty="0">
                  <a:solidFill>
                    <a:srgbClr val="0070C0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700" b="1" dirty="0" err="1">
                  <a:solidFill>
                    <a:srgbClr val="0070C0"/>
                  </a:solidFill>
                  <a:latin typeface="Noto Sans KR Medium" panose="020B0200000000000000" pitchFamily="50" charset="-127"/>
                </a:rPr>
                <a:t>절차</a:t>
              </a:r>
              <a:endParaRPr sz="1700" b="1" dirty="0">
                <a:solidFill>
                  <a:srgbClr val="0070C0"/>
                </a:solidFill>
                <a:latin typeface="Noto Sans KR Medium" panose="020B0200000000000000" pitchFamily="50" charset="-127"/>
              </a:endParaRP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914400" y="3012902"/>
              <a:ext cx="4343400" cy="484632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7E3D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078992" y="3075495"/>
              <a:ext cx="4023360" cy="36997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700" b="1" dirty="0" err="1">
                  <a:solidFill>
                    <a:srgbClr val="0070C0"/>
                  </a:solidFill>
                  <a:latin typeface="Noto Sans KR Medium" panose="020B0200000000000000" pitchFamily="50" charset="-127"/>
                </a:rPr>
                <a:t>항목의</a:t>
              </a:r>
              <a:r>
                <a:rPr sz="1700" b="1" dirty="0">
                  <a:solidFill>
                    <a:srgbClr val="0070C0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700" b="1" dirty="0" err="1">
                  <a:solidFill>
                    <a:srgbClr val="0070C0"/>
                  </a:solidFill>
                  <a:latin typeface="Noto Sans KR Medium" panose="020B0200000000000000" pitchFamily="50" charset="-127"/>
                </a:rPr>
                <a:t>이름</a:t>
              </a:r>
              <a:endParaRPr sz="1700" b="1" dirty="0">
                <a:solidFill>
                  <a:srgbClr val="0070C0"/>
                </a:solidFill>
                <a:latin typeface="Noto Sans KR Medium" panose="020B0200000000000000" pitchFamily="50" charset="-127"/>
              </a:endParaRP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914400" y="3726134"/>
              <a:ext cx="4343400" cy="484632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7E3D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078992" y="3788727"/>
              <a:ext cx="4023360" cy="36997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700" b="1" dirty="0" err="1">
                  <a:solidFill>
                    <a:srgbClr val="0070C0"/>
                  </a:solidFill>
                  <a:latin typeface="Noto Sans KR Medium" panose="020B0200000000000000" pitchFamily="50" charset="-127"/>
                </a:rPr>
                <a:t>진화론</a:t>
              </a:r>
              <a:r>
                <a:rPr sz="1700" b="1" dirty="0">
                  <a:solidFill>
                    <a:srgbClr val="0070C0"/>
                  </a:solidFill>
                  <a:latin typeface="Noto Sans KR Medium" panose="020B0200000000000000" pitchFamily="50" charset="-127"/>
                </a:rPr>
                <a:t> — </a:t>
              </a:r>
              <a:r>
                <a:rPr sz="1700" b="1" dirty="0" err="1">
                  <a:solidFill>
                    <a:srgbClr val="0070C0"/>
                  </a:solidFill>
                  <a:latin typeface="Noto Sans KR Medium" panose="020B0200000000000000" pitchFamily="50" charset="-127"/>
                </a:rPr>
                <a:t>논증의</a:t>
              </a:r>
              <a:r>
                <a:rPr sz="1700" b="1" dirty="0">
                  <a:solidFill>
                    <a:srgbClr val="0070C0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700" b="1" dirty="0" err="1">
                  <a:solidFill>
                    <a:srgbClr val="0070C0"/>
                  </a:solidFill>
                  <a:latin typeface="Noto Sans KR Medium" panose="020B0200000000000000" pitchFamily="50" charset="-127"/>
                </a:rPr>
                <a:t>전제</a:t>
              </a:r>
              <a:endParaRPr sz="1700" b="1" dirty="0">
                <a:solidFill>
                  <a:srgbClr val="0070C0"/>
                </a:solidFill>
                <a:latin typeface="Noto Sans KR Medium" panose="020B0200000000000000" pitchFamily="50" charset="-127"/>
              </a:endParaRP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6793992" y="2299670"/>
              <a:ext cx="4343400" cy="484632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7E3D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958583" y="2362263"/>
              <a:ext cx="4023360" cy="36997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700" b="1" dirty="0" err="1">
                  <a:solidFill>
                    <a:srgbClr val="B43228"/>
                  </a:solidFill>
                  <a:latin typeface="Noto Sans KR Medium" panose="020B0200000000000000" pitchFamily="50" charset="-127"/>
                </a:rPr>
                <a:t>학자</a:t>
              </a:r>
              <a:r>
                <a:rPr sz="1700" b="1" dirty="0">
                  <a:solidFill>
                    <a:srgbClr val="B43228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700" b="1" dirty="0" err="1">
                  <a:solidFill>
                    <a:srgbClr val="B43228"/>
                  </a:solidFill>
                  <a:latin typeface="Noto Sans KR Medium" panose="020B0200000000000000" pitchFamily="50" charset="-127"/>
                </a:rPr>
                <a:t>이름</a:t>
              </a:r>
              <a:endParaRPr sz="1700" b="1" dirty="0">
                <a:solidFill>
                  <a:srgbClr val="B43228"/>
                </a:solidFill>
                <a:latin typeface="Noto Sans KR Medium" panose="020B0200000000000000" pitchFamily="50" charset="-127"/>
              </a:endParaRP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6793992" y="3012902"/>
              <a:ext cx="4343400" cy="484632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7E3D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958583" y="3075495"/>
              <a:ext cx="4023360" cy="36997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700" b="1" dirty="0" err="1">
                  <a:solidFill>
                    <a:srgbClr val="B43228"/>
                  </a:solidFill>
                  <a:latin typeface="Noto Sans KR Medium" panose="020B0200000000000000" pitchFamily="50" charset="-127"/>
                </a:rPr>
                <a:t>학설의</a:t>
              </a:r>
              <a:r>
                <a:rPr sz="1700" b="1" dirty="0">
                  <a:solidFill>
                    <a:srgbClr val="B43228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700" b="1" dirty="0" err="1">
                  <a:solidFill>
                    <a:srgbClr val="B43228"/>
                  </a:solidFill>
                  <a:latin typeface="Noto Sans KR Medium" panose="020B0200000000000000" pitchFamily="50" charset="-127"/>
                </a:rPr>
                <a:t>계보</a:t>
              </a:r>
              <a:endParaRPr sz="1700" b="1" dirty="0">
                <a:solidFill>
                  <a:srgbClr val="B43228"/>
                </a:solidFill>
                <a:latin typeface="Noto Sans KR Medium" panose="020B0200000000000000" pitchFamily="50" charset="-127"/>
              </a:endParaRP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6793992" y="3726134"/>
              <a:ext cx="4343400" cy="484632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7E3D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958583" y="3788727"/>
              <a:ext cx="4023360" cy="36997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700" b="1" dirty="0" err="1">
                  <a:solidFill>
                    <a:srgbClr val="B43228"/>
                  </a:solidFill>
                  <a:latin typeface="Noto Sans KR Medium" panose="020B0200000000000000" pitchFamily="50" charset="-127"/>
                </a:rPr>
                <a:t>논쟁사</a:t>
              </a:r>
              <a:endParaRPr sz="1700" b="1" dirty="0">
                <a:solidFill>
                  <a:srgbClr val="B43228"/>
                </a:solidFill>
                <a:latin typeface="Noto Sans KR Medium" panose="020B0200000000000000" pitchFamily="50" charset="-127"/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822960" y="5084064"/>
            <a:ext cx="10515600" cy="435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100" b="1" dirty="0" err="1">
                <a:solidFill>
                  <a:srgbClr val="1A365D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장자와</a:t>
            </a:r>
            <a:r>
              <a:rPr sz="2100" b="1" dirty="0">
                <a:solidFill>
                  <a:srgbClr val="1A365D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sz="2100" b="1" dirty="0" err="1">
                <a:solidFill>
                  <a:srgbClr val="1A365D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태극도설이</a:t>
            </a:r>
            <a:r>
              <a:rPr sz="2100" b="1" dirty="0">
                <a:solidFill>
                  <a:srgbClr val="1A365D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sz="2100" b="1" dirty="0" err="1">
                <a:solidFill>
                  <a:srgbClr val="1A365D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들어오고</a:t>
            </a:r>
            <a:r>
              <a:rPr sz="2100" b="1" dirty="0">
                <a:solidFill>
                  <a:srgbClr val="1A365D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, </a:t>
            </a:r>
            <a:r>
              <a:rPr lang="ko-KR" altLang="en-US" sz="2100" b="1" dirty="0">
                <a:solidFill>
                  <a:srgbClr val="1A365D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도착점이던 </a:t>
            </a:r>
            <a:r>
              <a:rPr sz="2100" b="1" dirty="0" err="1">
                <a:solidFill>
                  <a:srgbClr val="1A365D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실재론</a:t>
            </a:r>
            <a:r>
              <a:rPr lang="ko-KR" altLang="en-US" sz="2100" b="1" dirty="0">
                <a:solidFill>
                  <a:srgbClr val="1A365D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은</a:t>
            </a:r>
            <a:r>
              <a:rPr sz="2100" b="1" dirty="0">
                <a:solidFill>
                  <a:srgbClr val="1A365D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sz="2100" b="1" dirty="0" err="1">
                <a:solidFill>
                  <a:srgbClr val="1A365D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인내천</a:t>
            </a:r>
            <a:r>
              <a:rPr lang="ko-KR" altLang="en-US" sz="2100" b="1" dirty="0" err="1">
                <a:solidFill>
                  <a:srgbClr val="1A365D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으로</a:t>
            </a:r>
            <a:r>
              <a:rPr lang="ko-KR" altLang="en-US" sz="2100" b="1" dirty="0">
                <a:solidFill>
                  <a:srgbClr val="1A365D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가는 경유지</a:t>
            </a:r>
            <a:r>
              <a:rPr sz="2100" b="1" dirty="0">
                <a:solidFill>
                  <a:srgbClr val="1A365D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로 </a:t>
            </a:r>
            <a:r>
              <a:rPr sz="2100" b="1" dirty="0" err="1">
                <a:solidFill>
                  <a:srgbClr val="1A365D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바뀐다</a:t>
            </a:r>
            <a:r>
              <a:rPr sz="2100" b="1" dirty="0">
                <a:solidFill>
                  <a:srgbClr val="1A365D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</a:p>
        </p:txBody>
      </p:sp>
      <p:sp>
        <p:nvSpPr>
          <p:cNvPr id="22" name="슬라이드 번호 개체 틀 21">
            <a:extLst>
              <a:ext uri="{FF2B5EF4-FFF2-40B4-BE49-F238E27FC236}">
                <a16:creationId xmlns:a16="http://schemas.microsoft.com/office/drawing/2014/main" id="{D4385A7E-76F4-4921-B676-DF48ED219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47472"/>
            <a:ext cx="2926080" cy="271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altLang="ko-KR" sz="1100" b="1" dirty="0">
                <a:solidFill>
                  <a:srgbClr val="0070C0"/>
                </a:solidFill>
                <a:latin typeface="Noto Sans KR Medium" panose="020B0200000000000000" pitchFamily="50" charset="-127"/>
              </a:rPr>
              <a:t>5. </a:t>
            </a:r>
            <a:r>
              <a:rPr sz="1100" b="1" dirty="0" err="1">
                <a:solidFill>
                  <a:srgbClr val="0070C0"/>
                </a:solidFill>
                <a:latin typeface="Noto Sans KR Medium" panose="020B0200000000000000" pitchFamily="50" charset="-127"/>
              </a:rPr>
              <a:t>근거</a:t>
            </a:r>
            <a:endParaRPr sz="1100" b="1" dirty="0">
              <a:solidFill>
                <a:srgbClr val="0070C0"/>
              </a:solidFill>
              <a:latin typeface="Noto Sans KR Medium" panose="020B0200000000000000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607040" cy="5333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 dirty="0" err="1">
                <a:solidFill>
                  <a:srgbClr val="1A365D"/>
                </a:solidFill>
                <a:latin typeface="Noto Sans KR Medium" panose="020B0200000000000000" pitchFamily="50" charset="-127"/>
              </a:rPr>
              <a:t>같은</a:t>
            </a:r>
            <a:r>
              <a:rPr sz="2700" b="1" dirty="0">
                <a:solidFill>
                  <a:srgbClr val="1A365D"/>
                </a:solidFill>
                <a:latin typeface="Noto Sans KR Medium" panose="020B0200000000000000" pitchFamily="50" charset="-127"/>
              </a:rPr>
              <a:t> </a:t>
            </a:r>
            <a:r>
              <a:rPr sz="2700" b="1" dirty="0" err="1">
                <a:solidFill>
                  <a:srgbClr val="1A365D"/>
                </a:solidFill>
                <a:latin typeface="Noto Sans KR Medium" panose="020B0200000000000000" pitchFamily="50" charset="-127"/>
              </a:rPr>
              <a:t>재료</a:t>
            </a:r>
            <a:r>
              <a:rPr sz="2700" b="1" dirty="0">
                <a:solidFill>
                  <a:srgbClr val="1A365D"/>
                </a:solidFill>
                <a:latin typeface="Noto Sans KR Medium" panose="020B0200000000000000" pitchFamily="50" charset="-127"/>
              </a:rPr>
              <a:t>, </a:t>
            </a:r>
            <a:r>
              <a:rPr sz="2700" b="1" dirty="0" err="1">
                <a:solidFill>
                  <a:srgbClr val="1A365D"/>
                </a:solidFill>
                <a:latin typeface="Noto Sans KR Medium" panose="020B0200000000000000" pitchFamily="50" charset="-127"/>
              </a:rPr>
              <a:t>달라진</a:t>
            </a:r>
            <a:r>
              <a:rPr sz="2700" b="1" dirty="0">
                <a:solidFill>
                  <a:srgbClr val="1A365D"/>
                </a:solidFill>
                <a:latin typeface="Noto Sans KR Medium" panose="020B0200000000000000" pitchFamily="50" charset="-127"/>
              </a:rPr>
              <a:t> </a:t>
            </a:r>
            <a:r>
              <a:rPr sz="2700" b="1" dirty="0" err="1">
                <a:solidFill>
                  <a:srgbClr val="1A365D"/>
                </a:solidFill>
                <a:latin typeface="Noto Sans KR Medium" panose="020B0200000000000000" pitchFamily="50" charset="-127"/>
              </a:rPr>
              <a:t>기능</a:t>
            </a:r>
            <a:endParaRPr sz="2700" b="1" dirty="0">
              <a:solidFill>
                <a:srgbClr val="1A365D"/>
              </a:solidFill>
              <a:latin typeface="Noto Sans KR Medium" panose="020B0200000000000000" pitchFamily="50" charset="-127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1051560" cy="32004"/>
          </a:xfrm>
          <a:prstGeom prst="rect">
            <a:avLst/>
          </a:prstGeom>
          <a:solidFill>
            <a:srgbClr val="B43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E4D62521-9441-46A4-992D-8A969C2C5A54}"/>
              </a:ext>
            </a:extLst>
          </p:cNvPr>
          <p:cNvGrpSpPr/>
          <p:nvPr/>
        </p:nvGrpSpPr>
        <p:grpSpPr>
          <a:xfrm>
            <a:off x="502920" y="1698234"/>
            <a:ext cx="11109960" cy="1481328"/>
            <a:chOff x="502920" y="1698234"/>
            <a:chExt cx="11109960" cy="1481328"/>
          </a:xfrm>
        </p:grpSpPr>
        <p:sp>
          <p:nvSpPr>
            <p:cNvPr id="6" name="Rectangle 5"/>
            <p:cNvSpPr/>
            <p:nvPr/>
          </p:nvSpPr>
          <p:spPr>
            <a:xfrm>
              <a:off x="502920" y="1698234"/>
              <a:ext cx="3703320" cy="493776"/>
            </a:xfrm>
            <a:prstGeom prst="rect">
              <a:avLst/>
            </a:prstGeom>
            <a:solidFill>
              <a:srgbClr val="1A365D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76072" y="1768278"/>
              <a:ext cx="3557015" cy="3536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600" b="1" dirty="0" err="1">
                  <a:solidFill>
                    <a:srgbClr val="FFFFFF"/>
                  </a:solidFill>
                  <a:latin typeface="Noto Sans KR Medium" panose="020B0200000000000000" pitchFamily="50" charset="-127"/>
                </a:rPr>
                <a:t>이노우에</a:t>
              </a:r>
              <a:r>
                <a:rPr sz="1600" b="1" dirty="0">
                  <a:solidFill>
                    <a:srgbClr val="FFFFFF"/>
                  </a:solidFill>
                  <a:latin typeface="Noto Sans KR Medium" panose="020B0200000000000000" pitchFamily="50" charset="-127"/>
                </a:rPr>
                <a:t> 제2장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4206240" y="1698234"/>
              <a:ext cx="3703320" cy="493776"/>
            </a:xfrm>
            <a:prstGeom prst="rect">
              <a:avLst/>
            </a:prstGeom>
            <a:solidFill>
              <a:srgbClr val="1A365D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279392" y="1768278"/>
              <a:ext cx="3557015" cy="3536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600" b="1" dirty="0" err="1">
                  <a:solidFill>
                    <a:srgbClr val="FFFFFF"/>
                  </a:solidFill>
                  <a:latin typeface="Noto Sans KR Medium" panose="020B0200000000000000" pitchFamily="50" charset="-127"/>
                </a:rPr>
                <a:t>이돈화</a:t>
              </a:r>
              <a:r>
                <a:rPr sz="1600" b="1" dirty="0">
                  <a:solidFill>
                    <a:srgbClr val="FFFFFF"/>
                  </a:solidFill>
                  <a:latin typeface="Noto Sans KR Medium" panose="020B0200000000000000" pitchFamily="50" charset="-127"/>
                </a:rPr>
                <a:t> ‘</a:t>
              </a:r>
              <a:r>
                <a:rPr sz="1600" b="1" dirty="0" err="1">
                  <a:solidFill>
                    <a:srgbClr val="FFFFFF"/>
                  </a:solidFill>
                  <a:latin typeface="Noto Sans KR Medium" panose="020B0200000000000000" pitchFamily="50" charset="-127"/>
                </a:rPr>
                <a:t>의식</a:t>
              </a:r>
              <a:r>
                <a:rPr sz="1600" b="1" dirty="0">
                  <a:solidFill>
                    <a:srgbClr val="FFFFFF"/>
                  </a:solidFill>
                  <a:latin typeface="Noto Sans KR Medium" panose="020B0200000000000000" pitchFamily="50" charset="-127"/>
                </a:rPr>
                <a:t>’ 항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7909560" y="1698234"/>
              <a:ext cx="3703320" cy="493776"/>
            </a:xfrm>
            <a:prstGeom prst="rect">
              <a:avLst/>
            </a:prstGeom>
            <a:solidFill>
              <a:srgbClr val="1A365D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982712" y="1768278"/>
              <a:ext cx="3557015" cy="3536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600" b="1" dirty="0" err="1">
                  <a:solidFill>
                    <a:srgbClr val="FFFFFF"/>
                  </a:solidFill>
                  <a:latin typeface="Noto Sans KR Medium" panose="020B0200000000000000" pitchFamily="50" charset="-127"/>
                </a:rPr>
                <a:t>이돈화</a:t>
              </a:r>
              <a:r>
                <a:rPr sz="1600" b="1" dirty="0">
                  <a:solidFill>
                    <a:srgbClr val="FFFFFF"/>
                  </a:solidFill>
                  <a:latin typeface="Noto Sans KR Medium" panose="020B0200000000000000" pitchFamily="50" charset="-127"/>
                </a:rPr>
                <a:t> ‘</a:t>
              </a:r>
              <a:r>
                <a:rPr sz="1600" b="1" dirty="0" err="1">
                  <a:solidFill>
                    <a:srgbClr val="FFFFFF"/>
                  </a:solidFill>
                  <a:latin typeface="Noto Sans KR Medium" panose="020B0200000000000000" pitchFamily="50" charset="-127"/>
                </a:rPr>
                <a:t>실재</a:t>
              </a:r>
              <a:r>
                <a:rPr sz="1600" b="1" dirty="0">
                  <a:solidFill>
                    <a:srgbClr val="FFFFFF"/>
                  </a:solidFill>
                  <a:latin typeface="Noto Sans KR Medium" panose="020B0200000000000000" pitchFamily="50" charset="-127"/>
                </a:rPr>
                <a:t>’ 항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02920" y="2192010"/>
              <a:ext cx="3703320" cy="493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76072" y="2120477"/>
              <a:ext cx="3557015" cy="63684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거력·인력은</a:t>
              </a: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인간의</a:t>
              </a: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애증</a:t>
              </a: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
→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물질에도</a:t>
              </a: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의식</a:t>
              </a:r>
              <a:endParaRPr sz="1600" b="0" dirty="0">
                <a:solidFill>
                  <a:srgbClr val="20262C"/>
                </a:solidFill>
                <a:latin typeface="Noto Sans KR Medium" panose="020B0200000000000000" pitchFamily="50" charset="-127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206240" y="2192010"/>
              <a:ext cx="3703320" cy="493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279392" y="2120477"/>
              <a:ext cx="3557015" cy="63684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원자의</a:t>
              </a: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거력·흡력은</a:t>
              </a: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
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동물의</a:t>
              </a: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애증심과</a:t>
              </a: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같다</a:t>
              </a:r>
              <a:endParaRPr sz="1600" b="0" dirty="0">
                <a:solidFill>
                  <a:srgbClr val="20262C"/>
                </a:solidFill>
                <a:latin typeface="Noto Sans KR Medium" panose="020B0200000000000000" pitchFamily="50" charset="-127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909560" y="2192010"/>
              <a:ext cx="3703320" cy="493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982712" y="2120477"/>
              <a:ext cx="3557015" cy="63684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물질학자는</a:t>
              </a: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거력·흡력을</a:t>
              </a: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
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무엇이라</a:t>
              </a: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증명할</a:t>
              </a: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0" dirty="0" err="1">
                  <a:solidFill>
                    <a:srgbClr val="0000FF"/>
                  </a:solidFill>
                  <a:latin typeface="Noto Sans KR Medium" panose="020B0200000000000000" pitchFamily="50" charset="-127"/>
                </a:rPr>
                <a:t>근거가</a:t>
              </a:r>
              <a:r>
                <a:rPr sz="1600" b="0" dirty="0">
                  <a:solidFill>
                    <a:srgbClr val="0000FF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0" dirty="0" err="1">
                  <a:solidFill>
                    <a:srgbClr val="0000FF"/>
                  </a:solidFill>
                  <a:latin typeface="Noto Sans KR Medium" panose="020B0200000000000000" pitchFamily="50" charset="-127"/>
                </a:rPr>
                <a:t>없다</a:t>
              </a:r>
              <a:endParaRPr sz="1600" b="0" dirty="0">
                <a:solidFill>
                  <a:srgbClr val="0000FF"/>
                </a:solidFill>
                <a:latin typeface="Noto Sans KR Medium" panose="020B0200000000000000" pitchFamily="50" charset="-127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502920" y="2685786"/>
              <a:ext cx="3703320" cy="493776"/>
            </a:xfrm>
            <a:prstGeom prst="rect">
              <a:avLst/>
            </a:prstGeom>
            <a:solidFill>
              <a:srgbClr val="F0EEE7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76072" y="2755830"/>
              <a:ext cx="3557015" cy="3536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600" b="0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Noto Sans KR Medium" panose="020B0200000000000000" pitchFamily="50" charset="-127"/>
                </a:rPr>
                <a:t>실재론의</a:t>
              </a:r>
              <a:r>
                <a:rPr sz="1600" b="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0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Noto Sans KR Medium" panose="020B0200000000000000" pitchFamily="50" charset="-127"/>
                </a:rPr>
                <a:t>적극적</a:t>
              </a:r>
              <a:r>
                <a:rPr sz="1600" b="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0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Noto Sans KR Medium" panose="020B0200000000000000" pitchFamily="50" charset="-127"/>
                </a:rPr>
                <a:t>근거</a:t>
              </a:r>
              <a:endParaRPr sz="1600" b="0" dirty="0">
                <a:solidFill>
                  <a:schemeClr val="tx2">
                    <a:lumMod val="60000"/>
                    <a:lumOff val="40000"/>
                  </a:schemeClr>
                </a:solidFill>
                <a:latin typeface="Noto Sans KR Medium" panose="020B0200000000000000" pitchFamily="50" charset="-127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206240" y="2685786"/>
              <a:ext cx="3703320" cy="493776"/>
            </a:xfrm>
            <a:prstGeom prst="rect">
              <a:avLst/>
            </a:prstGeom>
            <a:solidFill>
              <a:srgbClr val="F0EEE7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279392" y="2755830"/>
              <a:ext cx="3557015" cy="3536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600" b="0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Noto Sans KR Medium" panose="020B0200000000000000" pitchFamily="50" charset="-127"/>
                </a:rPr>
                <a:t>원래</a:t>
              </a:r>
              <a:r>
                <a:rPr sz="1600" b="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0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Noto Sans KR Medium" panose="020B0200000000000000" pitchFamily="50" charset="-127"/>
                </a:rPr>
                <a:t>기능을</a:t>
              </a:r>
              <a:r>
                <a:rPr sz="1600" b="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0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Noto Sans KR Medium" panose="020B0200000000000000" pitchFamily="50" charset="-127"/>
                </a:rPr>
                <a:t>대체로</a:t>
              </a:r>
              <a:r>
                <a:rPr sz="1600" b="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0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Noto Sans KR Medium" panose="020B0200000000000000" pitchFamily="50" charset="-127"/>
                </a:rPr>
                <a:t>유지</a:t>
              </a:r>
              <a:endParaRPr sz="1600" b="0" dirty="0">
                <a:solidFill>
                  <a:schemeClr val="tx2">
                    <a:lumMod val="60000"/>
                    <a:lumOff val="40000"/>
                  </a:schemeClr>
                </a:solidFill>
                <a:latin typeface="Noto Sans KR Medium" panose="020B0200000000000000" pitchFamily="50" charset="-127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909560" y="2685786"/>
              <a:ext cx="3703320" cy="493776"/>
            </a:xfrm>
            <a:prstGeom prst="rect">
              <a:avLst/>
            </a:prstGeom>
            <a:solidFill>
              <a:srgbClr val="F0EEE7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982712" y="2755830"/>
              <a:ext cx="3557015" cy="3536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600" b="0" dirty="0" err="1">
                  <a:solidFill>
                    <a:srgbClr val="0000FF"/>
                  </a:solidFill>
                  <a:latin typeface="Noto Sans KR Medium" panose="020B0200000000000000" pitchFamily="50" charset="-127"/>
                </a:rPr>
                <a:t>유물론</a:t>
              </a:r>
              <a:r>
                <a:rPr sz="1600" b="0" dirty="0">
                  <a:solidFill>
                    <a:srgbClr val="0000FF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0" dirty="0" err="1">
                  <a:solidFill>
                    <a:srgbClr val="0000FF"/>
                  </a:solidFill>
                  <a:latin typeface="Noto Sans KR Medium" panose="020B0200000000000000" pitchFamily="50" charset="-127"/>
                </a:rPr>
                <a:t>비판으로</a:t>
              </a:r>
              <a:r>
                <a:rPr sz="1600" b="0" dirty="0">
                  <a:solidFill>
                    <a:srgbClr val="0000FF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0" dirty="0" err="1">
                  <a:solidFill>
                    <a:srgbClr val="0000FF"/>
                  </a:solidFill>
                  <a:latin typeface="Noto Sans KR Medium" panose="020B0200000000000000" pitchFamily="50" charset="-127"/>
                </a:rPr>
                <a:t>전환</a:t>
              </a:r>
              <a:endParaRPr sz="1600" b="0" dirty="0">
                <a:solidFill>
                  <a:srgbClr val="0000FF"/>
                </a:solidFill>
                <a:latin typeface="Noto Sans KR Medium" panose="020B0200000000000000" pitchFamily="50" charset="-127"/>
              </a:endParaRP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1271016" y="4258492"/>
            <a:ext cx="8970264" cy="10452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800" b="1" dirty="0" err="1">
                <a:solidFill>
                  <a:srgbClr val="C0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이노우에</a:t>
            </a:r>
            <a:r>
              <a:rPr lang="ko-KR" altLang="en-US" sz="2800" b="1" dirty="0">
                <a:solidFill>
                  <a:srgbClr val="C0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에서도</a:t>
            </a:r>
            <a:r>
              <a:rPr sz="2800" b="1" dirty="0">
                <a:solidFill>
                  <a:srgbClr val="C0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sz="2800" b="1" dirty="0" err="1">
                <a:solidFill>
                  <a:srgbClr val="C0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유물론</a:t>
            </a:r>
            <a:r>
              <a:rPr sz="2800" b="1" dirty="0">
                <a:solidFill>
                  <a:srgbClr val="C0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sz="2800" b="1" dirty="0" err="1">
                <a:solidFill>
                  <a:srgbClr val="C0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비판은</a:t>
            </a:r>
            <a:r>
              <a:rPr sz="2800" b="1" dirty="0">
                <a:solidFill>
                  <a:srgbClr val="C0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sz="2800" b="1" dirty="0" err="1">
                <a:solidFill>
                  <a:srgbClr val="C0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이미</a:t>
            </a:r>
            <a:r>
              <a:rPr sz="2800" b="1" dirty="0">
                <a:solidFill>
                  <a:srgbClr val="C0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sz="2800" b="1" dirty="0" err="1">
                <a:solidFill>
                  <a:srgbClr val="C0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있다</a:t>
            </a:r>
            <a:r>
              <a:rPr sz="2800" b="1" dirty="0">
                <a:solidFill>
                  <a:srgbClr val="C0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
</a:t>
            </a:r>
            <a:r>
              <a:rPr sz="2800" b="1" dirty="0" err="1">
                <a:solidFill>
                  <a:srgbClr val="C0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이돈화가</a:t>
            </a:r>
            <a:r>
              <a:rPr sz="2800" b="1" dirty="0">
                <a:solidFill>
                  <a:srgbClr val="C0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sz="2800" b="1" dirty="0" err="1">
                <a:solidFill>
                  <a:srgbClr val="C0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바꾼</a:t>
            </a:r>
            <a:r>
              <a:rPr sz="2800" b="1" dirty="0">
                <a:solidFill>
                  <a:srgbClr val="C0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sz="2800" b="1" dirty="0" err="1">
                <a:solidFill>
                  <a:srgbClr val="C0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것은</a:t>
            </a:r>
            <a:r>
              <a:rPr sz="2800" b="1" dirty="0">
                <a:solidFill>
                  <a:srgbClr val="C0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, </a:t>
            </a:r>
            <a:r>
              <a:rPr sz="2800" b="1" dirty="0" err="1">
                <a:solidFill>
                  <a:srgbClr val="C0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실재론</a:t>
            </a:r>
            <a:r>
              <a:rPr lang="ko-KR" altLang="en-US" sz="2800" b="1" dirty="0">
                <a:solidFill>
                  <a:srgbClr val="C0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이</a:t>
            </a:r>
            <a:r>
              <a:rPr sz="2800" b="1" dirty="0">
                <a:solidFill>
                  <a:srgbClr val="C0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sz="2800" b="1" dirty="0" err="1">
                <a:solidFill>
                  <a:srgbClr val="C0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맡는</a:t>
            </a:r>
            <a:r>
              <a:rPr sz="2800" b="1" dirty="0">
                <a:solidFill>
                  <a:srgbClr val="C0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sz="2800" b="1" dirty="0" err="1">
                <a:solidFill>
                  <a:srgbClr val="C0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자리와</a:t>
            </a:r>
            <a:r>
              <a:rPr sz="2800" b="1" dirty="0">
                <a:solidFill>
                  <a:srgbClr val="C0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sz="2800" b="1" dirty="0" err="1">
                <a:solidFill>
                  <a:srgbClr val="C0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기능이다</a:t>
            </a:r>
            <a:r>
              <a:rPr sz="2800" b="1" dirty="0">
                <a:solidFill>
                  <a:srgbClr val="C0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</a:p>
        </p:txBody>
      </p:sp>
      <p:sp>
        <p:nvSpPr>
          <p:cNvPr id="26" name="슬라이드 번호 개체 틀 25">
            <a:extLst>
              <a:ext uri="{FF2B5EF4-FFF2-40B4-BE49-F238E27FC236}">
                <a16:creationId xmlns:a16="http://schemas.microsoft.com/office/drawing/2014/main" id="{DE0E0BFF-7BDB-45EC-86E4-1C4CACF4B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58368" y="1261872"/>
            <a:ext cx="1051560" cy="32004"/>
          </a:xfrm>
          <a:prstGeom prst="rect">
            <a:avLst/>
          </a:prstGeom>
          <a:solidFill>
            <a:srgbClr val="B43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9289" y="1949122"/>
            <a:ext cx="412648" cy="337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8382" y="1906952"/>
            <a:ext cx="3972285" cy="4667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altLang="en-US" sz="23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어휘가 겹치는 곳은 </a:t>
            </a:r>
            <a:r>
              <a:rPr lang="en-US" altLang="ko-KR" sz="23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?</a:t>
            </a:r>
            <a:endParaRPr sz="23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9289" y="3146757"/>
            <a:ext cx="412648" cy="337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8383" y="3104587"/>
            <a:ext cx="3972285" cy="4667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altLang="en-US" sz="23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유물론 반박 논법의 출처 </a:t>
            </a:r>
            <a:r>
              <a:rPr lang="en-US" altLang="ko-KR" sz="23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?</a:t>
            </a:r>
            <a:endParaRPr sz="23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9289" y="4344392"/>
            <a:ext cx="412648" cy="337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8383" y="4302222"/>
            <a:ext cx="3972285" cy="4667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 dirty="0" err="1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논법</a:t>
            </a:r>
            <a:r>
              <a:rPr lang="ko-KR" altLang="en-US" sz="23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이 </a:t>
            </a:r>
            <a:r>
              <a:rPr lang="ko-KR" altLang="en-US" sz="2300" b="1" dirty="0" err="1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불려나온</a:t>
            </a:r>
            <a:r>
              <a:rPr lang="ko-KR" altLang="en-US" sz="23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시점과 계기 </a:t>
            </a:r>
            <a:r>
              <a:rPr lang="en-US" altLang="ko-KR" sz="23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?</a:t>
            </a:r>
            <a:endParaRPr sz="23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C5183251-1336-45F6-A7CC-93C9DED3D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4DC296-25FC-4DA7-8E16-6D3E3859BB4A}"/>
              </a:ext>
            </a:extLst>
          </p:cNvPr>
          <p:cNvSpPr txBox="1"/>
          <p:nvPr/>
        </p:nvSpPr>
        <p:spPr>
          <a:xfrm>
            <a:off x="809289" y="5552636"/>
            <a:ext cx="401363" cy="337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0</a:t>
            </a:r>
            <a:r>
              <a:rPr lang="en-US" altLang="ko-KR" sz="15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4</a:t>
            </a:r>
            <a:endParaRPr sz="15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1E6143-17CF-468A-AF7B-5DF8C24D193B}"/>
              </a:ext>
            </a:extLst>
          </p:cNvPr>
          <p:cNvSpPr txBox="1"/>
          <p:nvPr/>
        </p:nvSpPr>
        <p:spPr>
          <a:xfrm>
            <a:off x="1586530" y="5506916"/>
            <a:ext cx="3994138" cy="4667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altLang="en-US" sz="23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무엇을 취사선택 </a:t>
            </a:r>
            <a:r>
              <a:rPr lang="en-US" altLang="ko-KR" sz="23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?</a:t>
            </a:r>
            <a:endParaRPr sz="23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401A3DE-105B-4467-B198-9C6F3BC4BFE2}"/>
              </a:ext>
            </a:extLst>
          </p:cNvPr>
          <p:cNvSpPr/>
          <p:nvPr/>
        </p:nvSpPr>
        <p:spPr>
          <a:xfrm>
            <a:off x="573525" y="427430"/>
            <a:ext cx="7382696" cy="614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ko-KR" altLang="en-US" sz="32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개념</a:t>
            </a:r>
            <a:r>
              <a:rPr lang="en-US" altLang="ko-KR" sz="32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, </a:t>
            </a:r>
            <a:r>
              <a:rPr lang="ko-KR" altLang="en-US" sz="32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도식 뿐 아니라 논법까지 건너왔는가 </a:t>
            </a:r>
            <a:r>
              <a:rPr lang="en-US" altLang="ko-KR" sz="32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?</a:t>
            </a:r>
            <a:endParaRPr lang="ko-KR" altLang="en-US" sz="32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DE333C-0EEF-44C4-8F24-5394AF82A752}"/>
              </a:ext>
            </a:extLst>
          </p:cNvPr>
          <p:cNvSpPr txBox="1"/>
          <p:nvPr/>
        </p:nvSpPr>
        <p:spPr>
          <a:xfrm>
            <a:off x="7266036" y="1892407"/>
            <a:ext cx="3972285" cy="4667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altLang="en-US" sz="2300" b="1" dirty="0">
                <a:solidFill>
                  <a:srgbClr val="0000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철학 파트의 네 장이 중심</a:t>
            </a:r>
            <a:endParaRPr sz="2300" b="1" dirty="0">
              <a:solidFill>
                <a:srgbClr val="0000FF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BFE7BF-5E0B-4106-836C-BB62CAB9D271}"/>
              </a:ext>
            </a:extLst>
          </p:cNvPr>
          <p:cNvSpPr txBox="1"/>
          <p:nvPr/>
        </p:nvSpPr>
        <p:spPr>
          <a:xfrm>
            <a:off x="7266037" y="3090042"/>
            <a:ext cx="3972285" cy="46801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altLang="en-US" sz="2300" b="1" dirty="0">
                <a:solidFill>
                  <a:srgbClr val="0000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이노우에의 유물론 비판</a:t>
            </a:r>
            <a:endParaRPr sz="2300" b="1" dirty="0">
              <a:solidFill>
                <a:srgbClr val="0000FF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ABD80D-CB4E-45D1-AA53-B063565FF12F}"/>
              </a:ext>
            </a:extLst>
          </p:cNvPr>
          <p:cNvSpPr txBox="1"/>
          <p:nvPr/>
        </p:nvSpPr>
        <p:spPr>
          <a:xfrm>
            <a:off x="7266037" y="4287677"/>
            <a:ext cx="3972285" cy="46801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altLang="ko-KR" sz="2300" b="1" dirty="0">
                <a:solidFill>
                  <a:srgbClr val="0000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1921-22, </a:t>
            </a:r>
            <a:r>
              <a:rPr lang="ko-KR" altLang="en-US" sz="2300" b="1" dirty="0">
                <a:solidFill>
                  <a:srgbClr val="0000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교단분규와 사회주의</a:t>
            </a:r>
            <a:endParaRPr sz="2300" b="1" dirty="0">
              <a:solidFill>
                <a:srgbClr val="0000FF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0C7A5C-3C25-4E06-9CDE-2DC0EDA15550}"/>
              </a:ext>
            </a:extLst>
          </p:cNvPr>
          <p:cNvSpPr txBox="1"/>
          <p:nvPr/>
        </p:nvSpPr>
        <p:spPr>
          <a:xfrm>
            <a:off x="7244184" y="5492371"/>
            <a:ext cx="3994138" cy="4667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altLang="en-US" sz="2300" b="1" dirty="0">
                <a:solidFill>
                  <a:srgbClr val="0000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학문적 맥락 대신 인내천 논증</a:t>
            </a:r>
            <a:endParaRPr sz="2300" b="1" dirty="0">
              <a:solidFill>
                <a:srgbClr val="0000FF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F891C4D4-2801-4443-B5A0-ED46FC2D8778}"/>
              </a:ext>
            </a:extLst>
          </p:cNvPr>
          <p:cNvSpPr/>
          <p:nvPr/>
        </p:nvSpPr>
        <p:spPr>
          <a:xfrm>
            <a:off x="4602868" y="2035253"/>
            <a:ext cx="2420102" cy="203134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C3AE3226-712F-48DB-8F7F-A71939B2F7E1}"/>
              </a:ext>
            </a:extLst>
          </p:cNvPr>
          <p:cNvSpPr/>
          <p:nvPr/>
        </p:nvSpPr>
        <p:spPr>
          <a:xfrm>
            <a:off x="5033912" y="3222481"/>
            <a:ext cx="1989057" cy="203134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7060878D-B6C6-42B1-B728-74B55E6DCC01}"/>
              </a:ext>
            </a:extLst>
          </p:cNvPr>
          <p:cNvSpPr/>
          <p:nvPr/>
        </p:nvSpPr>
        <p:spPr>
          <a:xfrm>
            <a:off x="5580666" y="4420116"/>
            <a:ext cx="1442303" cy="203134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7FD0D10B-879B-411F-BCAA-0D01AA4988DD}"/>
              </a:ext>
            </a:extLst>
          </p:cNvPr>
          <p:cNvSpPr/>
          <p:nvPr/>
        </p:nvSpPr>
        <p:spPr>
          <a:xfrm>
            <a:off x="4034672" y="5614568"/>
            <a:ext cx="2988298" cy="203134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640080"/>
            <a:ext cx="10607040" cy="5333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 dirty="0" err="1">
                <a:solidFill>
                  <a:srgbClr val="1A365D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한계와</a:t>
            </a:r>
            <a:r>
              <a:rPr sz="2700" b="1" dirty="0">
                <a:solidFill>
                  <a:srgbClr val="1A365D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ko-KR" altLang="en-US" sz="2700" b="1" dirty="0">
                <a:solidFill>
                  <a:srgbClr val="1A365D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후속</a:t>
            </a:r>
            <a:r>
              <a:rPr sz="2700" b="1" dirty="0">
                <a:solidFill>
                  <a:srgbClr val="1A365D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sz="2700" b="1" dirty="0" err="1">
                <a:solidFill>
                  <a:srgbClr val="1A365D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과제</a:t>
            </a:r>
            <a:endParaRPr sz="2700" b="1" dirty="0">
              <a:solidFill>
                <a:srgbClr val="1A365D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1051560" cy="32004"/>
          </a:xfrm>
          <a:prstGeom prst="rect">
            <a:avLst/>
          </a:prstGeom>
          <a:solidFill>
            <a:srgbClr val="B43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112C1AE6-3686-4A6F-966F-75FF04EF7A12}"/>
              </a:ext>
            </a:extLst>
          </p:cNvPr>
          <p:cNvGrpSpPr/>
          <p:nvPr/>
        </p:nvGrpSpPr>
        <p:grpSpPr>
          <a:xfrm>
            <a:off x="761216" y="1865286"/>
            <a:ext cx="10424160" cy="1975104"/>
            <a:chOff x="733784" y="1782990"/>
            <a:chExt cx="10424160" cy="1975104"/>
          </a:xfrm>
        </p:grpSpPr>
        <p:sp>
          <p:nvSpPr>
            <p:cNvPr id="6" name="Rectangle 5"/>
            <p:cNvSpPr/>
            <p:nvPr/>
          </p:nvSpPr>
          <p:spPr>
            <a:xfrm>
              <a:off x="733784" y="1782990"/>
              <a:ext cx="5212080" cy="493776"/>
            </a:xfrm>
            <a:prstGeom prst="rect">
              <a:avLst/>
            </a:prstGeom>
            <a:solidFill>
              <a:srgbClr val="1A365D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06935" y="1836716"/>
              <a:ext cx="5065776" cy="38632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b="1" dirty="0">
                  <a:solidFill>
                    <a:srgbClr val="FFFFFF"/>
                  </a:solidFill>
                  <a:latin typeface="Noto Sans KR Medium" panose="020B0200000000000000" pitchFamily="50" charset="-127"/>
                </a:rPr>
                <a:t>한</a:t>
              </a:r>
              <a:r>
                <a:rPr lang="en-US" altLang="ko-KR" b="1" dirty="0">
                  <a:solidFill>
                    <a:srgbClr val="FFFFFF"/>
                  </a:solidFill>
                  <a:latin typeface="Noto Sans KR Medium" panose="020B0200000000000000" pitchFamily="50" charset="-127"/>
                </a:rPr>
                <a:t> </a:t>
              </a:r>
              <a:r>
                <a:rPr b="1" dirty="0">
                  <a:solidFill>
                    <a:srgbClr val="FFFFFF"/>
                  </a:solidFill>
                  <a:latin typeface="Noto Sans KR Medium" panose="020B0200000000000000" pitchFamily="50" charset="-127"/>
                </a:rPr>
                <a:t>계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5945864" y="1782990"/>
              <a:ext cx="5212080" cy="493776"/>
            </a:xfrm>
            <a:prstGeom prst="rect">
              <a:avLst/>
            </a:prstGeom>
            <a:solidFill>
              <a:srgbClr val="1A365D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019016" y="1836716"/>
              <a:ext cx="5065776" cy="38632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lang="ko-KR" altLang="en-US" b="1" dirty="0">
                  <a:solidFill>
                    <a:srgbClr val="FFFFFF"/>
                  </a:solidFill>
                  <a:latin typeface="Noto Sans KR Medium" panose="020B0200000000000000" pitchFamily="50" charset="-127"/>
                </a:rPr>
                <a:t>후속</a:t>
              </a:r>
              <a:r>
                <a:rPr b="1" dirty="0">
                  <a:solidFill>
                    <a:srgbClr val="FFFFFF"/>
                  </a:solidFill>
                  <a:latin typeface="Noto Sans KR Medium" panose="020B0200000000000000" pitchFamily="50" charset="-127"/>
                </a:rPr>
                <a:t> </a:t>
              </a:r>
              <a:r>
                <a:rPr b="1" dirty="0" err="1">
                  <a:solidFill>
                    <a:srgbClr val="FFFFFF"/>
                  </a:solidFill>
                  <a:latin typeface="Noto Sans KR Medium" panose="020B0200000000000000" pitchFamily="50" charset="-127"/>
                </a:rPr>
                <a:t>과제</a:t>
              </a:r>
              <a:endParaRPr b="1" dirty="0">
                <a:solidFill>
                  <a:srgbClr val="FFFFFF"/>
                </a:solidFill>
                <a:latin typeface="Noto Sans KR Medium" panose="020B0200000000000000" pitchFamily="50" charset="-127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733784" y="2276766"/>
              <a:ext cx="5212080" cy="493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06935" y="2346811"/>
              <a:ext cx="5065776" cy="3536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천도교회월보</a:t>
              </a: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166편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가운데</a:t>
              </a:r>
              <a:r>
                <a:rPr lang="en-US" altLang="ko-KR"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전문</a:t>
              </a: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대조는</a:t>
              </a: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열 편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945864" y="2276766"/>
              <a:ext cx="5212080" cy="493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019016" y="2346811"/>
              <a:ext cx="5065776" cy="3536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전사</a:t>
              </a: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검수와</a:t>
              </a: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전수</a:t>
              </a: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비교</a:t>
              </a: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확대</a:t>
              </a:r>
              <a:endParaRPr sz="1600" b="0" dirty="0">
                <a:solidFill>
                  <a:srgbClr val="20262C"/>
                </a:solidFill>
                <a:latin typeface="Noto Sans KR Medium" panose="020B0200000000000000" pitchFamily="50" charset="-127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33784" y="2770542"/>
              <a:ext cx="5212080" cy="493776"/>
            </a:xfrm>
            <a:prstGeom prst="rect">
              <a:avLst/>
            </a:prstGeom>
            <a:solidFill>
              <a:srgbClr val="F0EEE7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06935" y="2840587"/>
              <a:ext cx="5065776" cy="3536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이노우에→이돈화의</a:t>
              </a:r>
              <a:r>
                <a:rPr lang="en-US" altLang="ko-KR"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매개</a:t>
              </a: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경로는</a:t>
              </a: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미확정</a:t>
              </a:r>
              <a:endParaRPr sz="1600" b="0" dirty="0">
                <a:solidFill>
                  <a:srgbClr val="20262C"/>
                </a:solidFill>
                <a:latin typeface="Noto Sans KR Medium" panose="020B0200000000000000" pitchFamily="50" charset="-127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5945864" y="2770542"/>
              <a:ext cx="5212080" cy="493776"/>
            </a:xfrm>
            <a:prstGeom prst="rect">
              <a:avLst/>
            </a:prstGeom>
            <a:solidFill>
              <a:srgbClr val="F0EEE7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019016" y="2840587"/>
              <a:ext cx="5065776" cy="3536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잡지·번역·인물</a:t>
              </a: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네트워크</a:t>
              </a: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추적</a:t>
              </a:r>
              <a:endParaRPr sz="1600" b="0" dirty="0">
                <a:solidFill>
                  <a:srgbClr val="20262C"/>
                </a:solidFill>
                <a:latin typeface="Noto Sans KR Medium" panose="020B0200000000000000" pitchFamily="50" charset="-127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33784" y="3264318"/>
              <a:ext cx="5212080" cy="493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06935" y="3334363"/>
              <a:ext cx="5065776" cy="3536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논법의</a:t>
              </a: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이식과</a:t>
              </a: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재배치에</a:t>
              </a: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집중</a:t>
              </a:r>
              <a:endParaRPr sz="1600" b="0" dirty="0">
                <a:solidFill>
                  <a:srgbClr val="20262C"/>
                </a:solidFill>
                <a:latin typeface="Noto Sans KR Medium" panose="020B0200000000000000" pitchFamily="50" charset="-127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945864" y="3264318"/>
              <a:ext cx="5212080" cy="493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7F4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019016" y="3334363"/>
              <a:ext cx="5065776" cy="3536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다른</a:t>
              </a: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항목·사상가로</a:t>
              </a: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비교</a:t>
              </a:r>
              <a:r>
                <a:rPr sz="1600" b="0" dirty="0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 </a:t>
              </a:r>
              <a:r>
                <a:rPr sz="1600" b="0" dirty="0" err="1">
                  <a:solidFill>
                    <a:srgbClr val="20262C"/>
                  </a:solidFill>
                  <a:latin typeface="Noto Sans KR Medium" panose="020B0200000000000000" pitchFamily="50" charset="-127"/>
                </a:rPr>
                <a:t>확대</a:t>
              </a:r>
              <a:endParaRPr sz="1600" b="0" dirty="0">
                <a:solidFill>
                  <a:srgbClr val="20262C"/>
                </a:solidFill>
                <a:latin typeface="Noto Sans KR Medium" panose="020B0200000000000000" pitchFamily="50" charset="-127"/>
              </a:endParaRP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749808" y="4716203"/>
            <a:ext cx="10424160" cy="9090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400" b="1" dirty="0" err="1">
                <a:solidFill>
                  <a:srgbClr val="73787C"/>
                </a:solidFill>
                <a:latin typeface="Noto Sans KR Medium" panose="020B0200000000000000" pitchFamily="50" charset="-127"/>
              </a:rPr>
              <a:t>오늘은</a:t>
            </a:r>
            <a:r>
              <a:rPr sz="2400" b="1" dirty="0">
                <a:solidFill>
                  <a:srgbClr val="73787C"/>
                </a:solidFill>
                <a:latin typeface="Noto Sans KR Medium" panose="020B0200000000000000" pitchFamily="50" charset="-127"/>
              </a:rPr>
              <a:t> </a:t>
            </a:r>
            <a:r>
              <a:rPr sz="2400" b="1" dirty="0" err="1">
                <a:solidFill>
                  <a:srgbClr val="73787C"/>
                </a:solidFill>
                <a:latin typeface="Noto Sans KR Medium" panose="020B0200000000000000" pitchFamily="50" charset="-127"/>
              </a:rPr>
              <a:t>논법의</a:t>
            </a:r>
            <a:r>
              <a:rPr sz="2400" b="1" dirty="0">
                <a:solidFill>
                  <a:srgbClr val="73787C"/>
                </a:solidFill>
                <a:latin typeface="Noto Sans KR Medium" panose="020B0200000000000000" pitchFamily="50" charset="-127"/>
              </a:rPr>
              <a:t> </a:t>
            </a:r>
            <a:r>
              <a:rPr sz="2400" b="1" dirty="0" err="1">
                <a:solidFill>
                  <a:srgbClr val="73787C"/>
                </a:solidFill>
                <a:latin typeface="Noto Sans KR Medium" panose="020B0200000000000000" pitchFamily="50" charset="-127"/>
              </a:rPr>
              <a:t>흔적과</a:t>
            </a:r>
            <a:r>
              <a:rPr sz="2400" b="1" dirty="0">
                <a:solidFill>
                  <a:srgbClr val="73787C"/>
                </a:solidFill>
                <a:latin typeface="Noto Sans KR Medium" panose="020B0200000000000000" pitchFamily="50" charset="-127"/>
              </a:rPr>
              <a:t> </a:t>
            </a:r>
            <a:r>
              <a:rPr sz="2400" b="1" dirty="0" err="1">
                <a:solidFill>
                  <a:srgbClr val="73787C"/>
                </a:solidFill>
                <a:latin typeface="Noto Sans KR Medium" panose="020B0200000000000000" pitchFamily="50" charset="-127"/>
              </a:rPr>
              <a:t>재배치를</a:t>
            </a:r>
            <a:r>
              <a:rPr sz="2400" b="1" dirty="0">
                <a:solidFill>
                  <a:srgbClr val="73787C"/>
                </a:solidFill>
                <a:latin typeface="Noto Sans KR Medium" panose="020B0200000000000000" pitchFamily="50" charset="-127"/>
              </a:rPr>
              <a:t> </a:t>
            </a:r>
            <a:r>
              <a:rPr sz="2400" b="1" dirty="0" err="1">
                <a:solidFill>
                  <a:srgbClr val="73787C"/>
                </a:solidFill>
                <a:latin typeface="Noto Sans KR Medium" panose="020B0200000000000000" pitchFamily="50" charset="-127"/>
              </a:rPr>
              <a:t>확인</a:t>
            </a:r>
            <a:r>
              <a:rPr lang="en-US" altLang="ko-KR" sz="2400" b="1" dirty="0">
                <a:solidFill>
                  <a:srgbClr val="73787C"/>
                </a:solidFill>
                <a:latin typeface="Noto Sans KR Medium" panose="020B0200000000000000" pitchFamily="50" charset="-127"/>
              </a:rPr>
              <a:t>.</a:t>
            </a:r>
            <a:r>
              <a:rPr sz="2400" b="1" dirty="0">
                <a:solidFill>
                  <a:srgbClr val="73787C"/>
                </a:solidFill>
                <a:latin typeface="Noto Sans KR Medium" panose="020B0200000000000000" pitchFamily="50" charset="-127"/>
              </a:rPr>
              <a:t> </a:t>
            </a:r>
            <a:endParaRPr lang="en-US" altLang="ko-KR" sz="2400" b="1" dirty="0">
              <a:solidFill>
                <a:srgbClr val="73787C"/>
              </a:solidFill>
              <a:latin typeface="Noto Sans KR Medium" panose="020B0200000000000000" pitchFamily="50" charset="-127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400" b="1" dirty="0" err="1">
                <a:solidFill>
                  <a:srgbClr val="73787C"/>
                </a:solidFill>
                <a:latin typeface="Noto Sans KR Medium" panose="020B0200000000000000" pitchFamily="50" charset="-127"/>
              </a:rPr>
              <a:t>매개</a:t>
            </a:r>
            <a:r>
              <a:rPr sz="2400" b="1" dirty="0">
                <a:solidFill>
                  <a:srgbClr val="73787C"/>
                </a:solidFill>
                <a:latin typeface="Noto Sans KR Medium" panose="020B0200000000000000" pitchFamily="50" charset="-127"/>
              </a:rPr>
              <a:t> </a:t>
            </a:r>
            <a:r>
              <a:rPr sz="2400" b="1" dirty="0" err="1">
                <a:solidFill>
                  <a:srgbClr val="73787C"/>
                </a:solidFill>
                <a:latin typeface="Noto Sans KR Medium" panose="020B0200000000000000" pitchFamily="50" charset="-127"/>
              </a:rPr>
              <a:t>경로의</a:t>
            </a:r>
            <a:r>
              <a:rPr sz="2400" b="1" dirty="0">
                <a:solidFill>
                  <a:srgbClr val="73787C"/>
                </a:solidFill>
                <a:latin typeface="Noto Sans KR Medium" panose="020B0200000000000000" pitchFamily="50" charset="-127"/>
              </a:rPr>
              <a:t> </a:t>
            </a:r>
            <a:r>
              <a:rPr sz="2400" b="1" dirty="0" err="1">
                <a:solidFill>
                  <a:srgbClr val="73787C"/>
                </a:solidFill>
                <a:latin typeface="Noto Sans KR Medium" panose="020B0200000000000000" pitchFamily="50" charset="-127"/>
              </a:rPr>
              <a:t>추적은</a:t>
            </a:r>
            <a:r>
              <a:rPr sz="2400" b="1" dirty="0">
                <a:solidFill>
                  <a:srgbClr val="73787C"/>
                </a:solidFill>
                <a:latin typeface="Noto Sans KR Medium" panose="020B0200000000000000" pitchFamily="50" charset="-127"/>
              </a:rPr>
              <a:t> </a:t>
            </a:r>
            <a:r>
              <a:rPr sz="2400" b="1" dirty="0" err="1">
                <a:solidFill>
                  <a:srgbClr val="73787C"/>
                </a:solidFill>
                <a:latin typeface="Noto Sans KR Medium" panose="020B0200000000000000" pitchFamily="50" charset="-127"/>
              </a:rPr>
              <a:t>다음</a:t>
            </a:r>
            <a:r>
              <a:rPr sz="2400" b="1" dirty="0">
                <a:solidFill>
                  <a:srgbClr val="73787C"/>
                </a:solidFill>
                <a:latin typeface="Noto Sans KR Medium" panose="020B0200000000000000" pitchFamily="50" charset="-127"/>
              </a:rPr>
              <a:t> </a:t>
            </a:r>
            <a:r>
              <a:rPr sz="2400" b="1" dirty="0" err="1">
                <a:solidFill>
                  <a:srgbClr val="73787C"/>
                </a:solidFill>
                <a:latin typeface="Noto Sans KR Medium" panose="020B0200000000000000" pitchFamily="50" charset="-127"/>
              </a:rPr>
              <a:t>과제</a:t>
            </a:r>
            <a:endParaRPr sz="2400" b="1" dirty="0">
              <a:solidFill>
                <a:srgbClr val="73787C"/>
              </a:solidFill>
              <a:latin typeface="Noto Sans KR Medium" panose="020B0200000000000000" pitchFamily="50" charset="-127"/>
            </a:endParaRPr>
          </a:p>
        </p:txBody>
      </p:sp>
      <p:sp>
        <p:nvSpPr>
          <p:cNvPr id="23" name="슬라이드 번호 개체 틀 22">
            <a:extLst>
              <a:ext uri="{FF2B5EF4-FFF2-40B4-BE49-F238E27FC236}">
                <a16:creationId xmlns:a16="http://schemas.microsoft.com/office/drawing/2014/main" id="{17B0956D-D8C6-48E5-8E8C-799592A84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640080"/>
            <a:ext cx="10607040" cy="5333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 dirty="0" err="1">
                <a:solidFill>
                  <a:srgbClr val="1A365D"/>
                </a:solidFill>
                <a:latin typeface="Noto Sans KR Medium" panose="020B0200000000000000" pitchFamily="50" charset="-127"/>
              </a:rPr>
              <a:t>참고</a:t>
            </a:r>
            <a:r>
              <a:rPr lang="en-US" altLang="ko-KR" sz="2700" b="1" dirty="0">
                <a:solidFill>
                  <a:srgbClr val="1A365D"/>
                </a:solidFill>
                <a:latin typeface="Noto Sans KR Medium" panose="020B0200000000000000" pitchFamily="50" charset="-127"/>
              </a:rPr>
              <a:t> </a:t>
            </a:r>
            <a:r>
              <a:rPr sz="2700" b="1" dirty="0" err="1">
                <a:solidFill>
                  <a:srgbClr val="1A365D"/>
                </a:solidFill>
                <a:latin typeface="Noto Sans KR Medium" panose="020B0200000000000000" pitchFamily="50" charset="-127"/>
              </a:rPr>
              <a:t>문헌</a:t>
            </a:r>
            <a:endParaRPr sz="2700" b="1" dirty="0">
              <a:solidFill>
                <a:srgbClr val="1A365D"/>
              </a:solidFill>
              <a:latin typeface="Noto Sans KR Medium" panose="020B0200000000000000" pitchFamily="50" charset="-127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1051560" cy="32004"/>
          </a:xfrm>
          <a:prstGeom prst="rect">
            <a:avLst/>
          </a:prstGeom>
          <a:solidFill>
            <a:srgbClr val="B43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2286000" cy="40267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dirty="0" err="1">
                <a:solidFill>
                  <a:srgbClr val="0070C0"/>
                </a:solidFill>
                <a:latin typeface="Noto Sans KR Medium" panose="020B0200000000000000" pitchFamily="50" charset="-127"/>
              </a:rPr>
              <a:t>원전</a:t>
            </a:r>
            <a:endParaRPr sz="1900" b="1" dirty="0">
              <a:solidFill>
                <a:srgbClr val="0070C0"/>
              </a:solidFill>
              <a:latin typeface="Noto Sans KR Medium" panose="020B0200000000000000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9875520" cy="70487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 dirty="0" err="1">
                <a:solidFill>
                  <a:srgbClr val="20262C"/>
                </a:solidFill>
                <a:latin typeface="Noto Sans JP Medium" panose="020B0200000000000000" pitchFamily="34" charset="-128"/>
              </a:rPr>
              <a:t>井上哲次郞</a:t>
            </a:r>
            <a:r>
              <a:rPr sz="1800" b="0" dirty="0">
                <a:solidFill>
                  <a:srgbClr val="20262C"/>
                </a:solidFill>
                <a:latin typeface="Noto Sans JP Medium" panose="020B0200000000000000" pitchFamily="34" charset="-128"/>
              </a:rPr>
              <a:t>, 『</a:t>
            </a:r>
            <a:r>
              <a:rPr sz="1800" b="0" dirty="0" err="1">
                <a:solidFill>
                  <a:srgbClr val="20262C"/>
                </a:solidFill>
                <a:latin typeface="Noto Sans JP Medium" panose="020B0200000000000000" pitchFamily="34" charset="-128"/>
              </a:rPr>
              <a:t>哲學と宗敎</a:t>
            </a:r>
            <a:r>
              <a:rPr sz="1800" b="0" dirty="0">
                <a:solidFill>
                  <a:srgbClr val="20262C"/>
                </a:solidFill>
                <a:latin typeface="Noto Sans JP Medium" panose="020B0200000000000000" pitchFamily="34" charset="-128"/>
              </a:rPr>
              <a:t>』, </a:t>
            </a:r>
            <a:r>
              <a:rPr sz="1800" b="0" dirty="0" err="1">
                <a:solidFill>
                  <a:srgbClr val="20262C"/>
                </a:solidFill>
                <a:latin typeface="Noto Sans JP Medium" panose="020B0200000000000000" pitchFamily="34" charset="-128"/>
              </a:rPr>
              <a:t>東京</a:t>
            </a:r>
            <a:r>
              <a:rPr sz="1800" b="0" dirty="0">
                <a:solidFill>
                  <a:srgbClr val="20262C"/>
                </a:solidFill>
                <a:latin typeface="Noto Sans JP Medium" panose="020B0200000000000000" pitchFamily="34" charset="-128"/>
              </a:rPr>
              <a:t>: </a:t>
            </a:r>
            <a:r>
              <a:rPr sz="1800" b="0" dirty="0" err="1">
                <a:solidFill>
                  <a:srgbClr val="20262C"/>
                </a:solidFill>
                <a:latin typeface="Noto Sans JP Medium" panose="020B0200000000000000" pitchFamily="34" charset="-128"/>
              </a:rPr>
              <a:t>弘道館</a:t>
            </a:r>
            <a:r>
              <a:rPr sz="1800" b="0" dirty="0">
                <a:solidFill>
                  <a:srgbClr val="20262C"/>
                </a:solidFill>
                <a:latin typeface="Noto Sans JP Medium" panose="020B0200000000000000" pitchFamily="34" charset="-128"/>
              </a:rPr>
              <a:t>, 1915.
</a:t>
            </a:r>
            <a:r>
              <a:rPr sz="1800" b="0" dirty="0" err="1">
                <a:solidFill>
                  <a:srgbClr val="20262C"/>
                </a:solidFill>
                <a:latin typeface="Noto Sans JP Medium" panose="020B0200000000000000" pitchFamily="34" charset="-128"/>
              </a:rPr>
              <a:t>李敦化</a:t>
            </a:r>
            <a:r>
              <a:rPr sz="1800" b="0" dirty="0">
                <a:solidFill>
                  <a:srgbClr val="20262C"/>
                </a:solidFill>
                <a:latin typeface="Noto Sans JP Medium" panose="020B0200000000000000" pitchFamily="34" charset="-128"/>
              </a:rPr>
              <a:t>, 『</a:t>
            </a:r>
            <a:r>
              <a:rPr sz="1800" b="0" dirty="0" err="1">
                <a:solidFill>
                  <a:srgbClr val="20262C"/>
                </a:solidFill>
                <a:latin typeface="Noto Sans JP Medium" panose="020B0200000000000000" pitchFamily="34" charset="-128"/>
              </a:rPr>
              <a:t>人乃天-要義</a:t>
            </a:r>
            <a:r>
              <a:rPr sz="1800" b="0" dirty="0">
                <a:solidFill>
                  <a:srgbClr val="20262C"/>
                </a:solidFill>
                <a:latin typeface="Noto Sans JP Medium" panose="020B0200000000000000" pitchFamily="34" charset="-128"/>
              </a:rPr>
              <a:t>-』, </a:t>
            </a:r>
            <a:r>
              <a:rPr sz="1800" b="0" dirty="0" err="1">
                <a:solidFill>
                  <a:srgbClr val="20262C"/>
                </a:solidFill>
                <a:latin typeface="Noto Sans JP Medium" panose="020B0200000000000000" pitchFamily="34" charset="-128"/>
              </a:rPr>
              <a:t>京城</a:t>
            </a:r>
            <a:r>
              <a:rPr sz="1800" b="0" dirty="0">
                <a:solidFill>
                  <a:srgbClr val="20262C"/>
                </a:solidFill>
                <a:latin typeface="Noto Sans JP Medium" panose="020B0200000000000000" pitchFamily="34" charset="-128"/>
              </a:rPr>
              <a:t>: </a:t>
            </a:r>
            <a:r>
              <a:rPr sz="1800" b="0" dirty="0" err="1">
                <a:solidFill>
                  <a:srgbClr val="20262C"/>
                </a:solidFill>
                <a:latin typeface="Noto Sans JP Medium" panose="020B0200000000000000" pitchFamily="34" charset="-128"/>
              </a:rPr>
              <a:t>天道敎中央宗理院布德課</a:t>
            </a:r>
            <a:r>
              <a:rPr dirty="0">
                <a:solidFill>
                  <a:srgbClr val="20262C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, </a:t>
            </a:r>
            <a:r>
              <a:rPr sz="1800" b="0" dirty="0">
                <a:solidFill>
                  <a:srgbClr val="20262C"/>
                </a:solidFill>
                <a:latin typeface="Noto Sans JP Medium" panose="020B0200000000000000" pitchFamily="34" charset="-128"/>
              </a:rPr>
              <a:t>192</a:t>
            </a:r>
            <a:r>
              <a:rPr lang="en-US" altLang="ko-KR" sz="1800" b="0" dirty="0">
                <a:solidFill>
                  <a:srgbClr val="20262C"/>
                </a:solidFill>
                <a:latin typeface="Noto Sans JP Medium" panose="020B0200000000000000" pitchFamily="34" charset="-128"/>
              </a:rPr>
              <a:t>8(3</a:t>
            </a:r>
            <a:r>
              <a:rPr lang="ko-KR" altLang="en-US" sz="1800" b="0" dirty="0">
                <a:solidFill>
                  <a:srgbClr val="20262C"/>
                </a:solidFill>
                <a:latin typeface="Noto Sans JP Medium" panose="020B0200000000000000" pitchFamily="34" charset="-128"/>
              </a:rPr>
              <a:t>판</a:t>
            </a:r>
            <a:r>
              <a:rPr lang="en-US" altLang="ko-KR" sz="1800" b="0" dirty="0">
                <a:solidFill>
                  <a:srgbClr val="20262C"/>
                </a:solidFill>
                <a:latin typeface="Noto Sans JP Medium" panose="020B0200000000000000" pitchFamily="34" charset="-128"/>
              </a:rPr>
              <a:t>, </a:t>
            </a:r>
            <a:r>
              <a:rPr lang="ko-KR" altLang="en-US" sz="1800" b="0" dirty="0">
                <a:solidFill>
                  <a:srgbClr val="20262C"/>
                </a:solidFill>
                <a:latin typeface="Noto Sans JP Medium" panose="020B0200000000000000" pitchFamily="34" charset="-128"/>
              </a:rPr>
              <a:t>초판은 </a:t>
            </a:r>
            <a:r>
              <a:rPr lang="en-US" altLang="ko-KR" sz="1800" b="0" dirty="0">
                <a:solidFill>
                  <a:srgbClr val="20262C"/>
                </a:solidFill>
                <a:latin typeface="Noto Sans JP Medium" panose="020B0200000000000000" pitchFamily="34" charset="-128"/>
              </a:rPr>
              <a:t>1924)</a:t>
            </a:r>
            <a:r>
              <a:rPr sz="1800" b="0" dirty="0">
                <a:solidFill>
                  <a:srgbClr val="20262C"/>
                </a:solidFill>
                <a:latin typeface="Noto Sans JP Medium" panose="020B0200000000000000" pitchFamily="34" charset="-128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127248"/>
            <a:ext cx="2286000" cy="40267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dirty="0" err="1">
                <a:solidFill>
                  <a:srgbClr val="0070C0"/>
                </a:solidFill>
                <a:latin typeface="Noto Sans KR Medium" panose="020B0200000000000000" pitchFamily="50" charset="-127"/>
              </a:rPr>
              <a:t>선행연구</a:t>
            </a:r>
            <a:endParaRPr sz="1900" b="1" dirty="0">
              <a:solidFill>
                <a:srgbClr val="0070C0"/>
              </a:solidFill>
              <a:latin typeface="Noto Sans KR Medium" panose="020B0200000000000000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9875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 dirty="0" err="1">
                <a:solidFill>
                  <a:srgbClr val="20262C"/>
                </a:solidFill>
                <a:latin typeface="Noto Sans KR Medium" panose="020B0200000000000000" pitchFamily="50" charset="-127"/>
              </a:rPr>
              <a:t>허수</a:t>
            </a:r>
            <a:r>
              <a:rPr sz="1800" b="0" dirty="0">
                <a:solidFill>
                  <a:srgbClr val="20262C"/>
                </a:solidFill>
                <a:latin typeface="Noto Sans KR Medium" panose="020B0200000000000000" pitchFamily="50" charset="-127"/>
              </a:rPr>
              <a:t>, 『</a:t>
            </a:r>
            <a:r>
              <a:rPr sz="1800" b="0" dirty="0" err="1">
                <a:solidFill>
                  <a:srgbClr val="20262C"/>
                </a:solidFill>
                <a:latin typeface="Noto Sans KR Medium" panose="020B0200000000000000" pitchFamily="50" charset="-127"/>
              </a:rPr>
              <a:t>이돈화</a:t>
            </a:r>
            <a:r>
              <a:rPr sz="1800" b="0" dirty="0">
                <a:solidFill>
                  <a:srgbClr val="20262C"/>
                </a:solidFill>
                <a:latin typeface="Noto Sans KR Medium" panose="020B0200000000000000" pitchFamily="50" charset="-127"/>
              </a:rPr>
              <a:t> </a:t>
            </a:r>
            <a:r>
              <a:rPr sz="1800" b="0" dirty="0" err="1">
                <a:solidFill>
                  <a:srgbClr val="20262C"/>
                </a:solidFill>
                <a:latin typeface="Noto Sans KR Medium" panose="020B0200000000000000" pitchFamily="50" charset="-127"/>
              </a:rPr>
              <a:t>연구</a:t>
            </a:r>
            <a:r>
              <a:rPr sz="1800" b="0" dirty="0">
                <a:solidFill>
                  <a:srgbClr val="20262C"/>
                </a:solidFill>
                <a:latin typeface="Noto Sans KR Medium" panose="020B0200000000000000" pitchFamily="50" charset="-127"/>
              </a:rPr>
              <a:t>: </a:t>
            </a:r>
            <a:r>
              <a:rPr sz="1800" b="0" dirty="0" err="1">
                <a:solidFill>
                  <a:srgbClr val="20262C"/>
                </a:solidFill>
                <a:latin typeface="Noto Sans KR Medium" panose="020B0200000000000000" pitchFamily="50" charset="-127"/>
              </a:rPr>
              <a:t>종교와</a:t>
            </a:r>
            <a:r>
              <a:rPr sz="1800" b="0" dirty="0">
                <a:solidFill>
                  <a:srgbClr val="20262C"/>
                </a:solidFill>
                <a:latin typeface="Noto Sans KR Medium" panose="020B0200000000000000" pitchFamily="50" charset="-127"/>
              </a:rPr>
              <a:t> </a:t>
            </a:r>
            <a:r>
              <a:rPr sz="1800" b="0" dirty="0" err="1">
                <a:solidFill>
                  <a:srgbClr val="20262C"/>
                </a:solidFill>
                <a:latin typeface="Noto Sans KR Medium" panose="020B0200000000000000" pitchFamily="50" charset="-127"/>
              </a:rPr>
              <a:t>사회의</a:t>
            </a:r>
            <a:r>
              <a:rPr sz="1800" b="0" dirty="0">
                <a:solidFill>
                  <a:srgbClr val="20262C"/>
                </a:solidFill>
                <a:latin typeface="Noto Sans KR Medium" panose="020B0200000000000000" pitchFamily="50" charset="-127"/>
              </a:rPr>
              <a:t> </a:t>
            </a:r>
            <a:r>
              <a:rPr sz="1800" b="0" dirty="0" err="1">
                <a:solidFill>
                  <a:srgbClr val="20262C"/>
                </a:solidFill>
                <a:latin typeface="Noto Sans KR Medium" panose="020B0200000000000000" pitchFamily="50" charset="-127"/>
              </a:rPr>
              <a:t>경계</a:t>
            </a:r>
            <a:r>
              <a:rPr sz="1800" b="0" dirty="0">
                <a:solidFill>
                  <a:srgbClr val="20262C"/>
                </a:solidFill>
                <a:latin typeface="Noto Sans KR Medium" panose="020B0200000000000000" pitchFamily="50" charset="-127"/>
              </a:rPr>
              <a:t>』, </a:t>
            </a:r>
            <a:r>
              <a:rPr sz="1800" b="0" dirty="0" err="1">
                <a:solidFill>
                  <a:srgbClr val="20262C"/>
                </a:solidFill>
                <a:latin typeface="Noto Sans KR Medium" panose="020B0200000000000000" pitchFamily="50" charset="-127"/>
              </a:rPr>
              <a:t>역사비평사</a:t>
            </a:r>
            <a:r>
              <a:rPr sz="1800" b="0" dirty="0">
                <a:solidFill>
                  <a:srgbClr val="20262C"/>
                </a:solidFill>
                <a:latin typeface="Noto Sans KR Medium" panose="020B0200000000000000" pitchFamily="50" charset="-127"/>
              </a:rPr>
              <a:t>, 2011.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4572000"/>
            <a:ext cx="10515600" cy="96012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4828032"/>
            <a:ext cx="9921240" cy="45166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1" dirty="0">
                <a:solidFill>
                  <a:srgbClr val="FFFFFF"/>
                </a:solidFill>
                <a:latin typeface="Noto Sans KR Medium" panose="020B0200000000000000" pitchFamily="50" charset="-127"/>
              </a:rPr>
              <a:t>github.com/</a:t>
            </a:r>
            <a:r>
              <a:rPr sz="2200" b="1" dirty="0" err="1">
                <a:solidFill>
                  <a:srgbClr val="FFFFFF"/>
                </a:solidFill>
                <a:latin typeface="Noto Sans KR Medium" panose="020B0200000000000000" pitchFamily="50" charset="-127"/>
              </a:rPr>
              <a:t>hursoo</a:t>
            </a:r>
            <a:r>
              <a:rPr sz="2200" b="1" dirty="0">
                <a:solidFill>
                  <a:srgbClr val="FFFFFF"/>
                </a:solidFill>
                <a:latin typeface="Noto Sans KR Medium" panose="020B0200000000000000" pitchFamily="50" charset="-127"/>
              </a:rPr>
              <a:t>/phenomenal-realism-</a:t>
            </a:r>
            <a:r>
              <a:rPr sz="2200" b="1" dirty="0" err="1">
                <a:solidFill>
                  <a:srgbClr val="FFFFFF"/>
                </a:solidFill>
                <a:latin typeface="Noto Sans KR Medium" panose="020B0200000000000000" pitchFamily="50" charset="-127"/>
              </a:rPr>
              <a:t>kr</a:t>
            </a:r>
            <a:endParaRPr sz="2200" b="1" dirty="0">
              <a:solidFill>
                <a:srgbClr val="FFFFFF"/>
              </a:solidFill>
              <a:latin typeface="Noto Sans KR Medium" panose="020B0200000000000000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43000" y="5212080"/>
            <a:ext cx="9921240" cy="271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dirty="0" err="1">
                <a:solidFill>
                  <a:srgbClr val="D5E0EB"/>
                </a:solidFill>
                <a:latin typeface="Noto Sans KR Medium" panose="020B0200000000000000" pitchFamily="50" charset="-127"/>
              </a:rPr>
              <a:t>전사본</a:t>
            </a:r>
            <a:r>
              <a:rPr sz="1100" b="0" dirty="0">
                <a:solidFill>
                  <a:srgbClr val="D5E0EB"/>
                </a:solidFill>
                <a:latin typeface="Noto Sans KR Medium" panose="020B0200000000000000" pitchFamily="50" charset="-127"/>
              </a:rPr>
              <a:t> · </a:t>
            </a:r>
            <a:r>
              <a:rPr sz="1100" b="0" dirty="0" err="1">
                <a:solidFill>
                  <a:srgbClr val="D5E0EB"/>
                </a:solidFill>
                <a:latin typeface="Noto Sans KR Medium" panose="020B0200000000000000" pitchFamily="50" charset="-127"/>
              </a:rPr>
              <a:t>비교</a:t>
            </a:r>
            <a:r>
              <a:rPr sz="1100" b="0" dirty="0">
                <a:solidFill>
                  <a:srgbClr val="D5E0EB"/>
                </a:solidFill>
                <a:latin typeface="Noto Sans KR Medium" panose="020B0200000000000000" pitchFamily="50" charset="-127"/>
              </a:rPr>
              <a:t> </a:t>
            </a:r>
            <a:r>
              <a:rPr sz="1100" b="0" dirty="0" err="1">
                <a:solidFill>
                  <a:srgbClr val="D5E0EB"/>
                </a:solidFill>
                <a:latin typeface="Noto Sans KR Medium" panose="020B0200000000000000" pitchFamily="50" charset="-127"/>
              </a:rPr>
              <a:t>산출물</a:t>
            </a:r>
            <a:r>
              <a:rPr sz="1100" b="0" dirty="0">
                <a:solidFill>
                  <a:srgbClr val="D5E0EB"/>
                </a:solidFill>
                <a:latin typeface="Noto Sans KR Medium" panose="020B0200000000000000" pitchFamily="50" charset="-127"/>
              </a:rPr>
              <a:t> · </a:t>
            </a:r>
            <a:r>
              <a:rPr sz="1100" b="0" dirty="0" err="1">
                <a:solidFill>
                  <a:srgbClr val="D5E0EB"/>
                </a:solidFill>
                <a:latin typeface="Noto Sans KR Medium" panose="020B0200000000000000" pitchFamily="50" charset="-127"/>
              </a:rPr>
              <a:t>판독</a:t>
            </a:r>
            <a:r>
              <a:rPr sz="1100" b="0" dirty="0">
                <a:solidFill>
                  <a:srgbClr val="D5E0EB"/>
                </a:solidFill>
                <a:latin typeface="Noto Sans KR Medium" panose="020B0200000000000000" pitchFamily="50" charset="-127"/>
              </a:rPr>
              <a:t> </a:t>
            </a:r>
            <a:r>
              <a:rPr sz="1100" b="0" dirty="0" err="1">
                <a:solidFill>
                  <a:srgbClr val="D5E0EB"/>
                </a:solidFill>
                <a:latin typeface="Noto Sans KR Medium" panose="020B0200000000000000" pitchFamily="50" charset="-127"/>
              </a:rPr>
              <a:t>등급</a:t>
            </a:r>
            <a:r>
              <a:rPr sz="1100" b="0" dirty="0">
                <a:solidFill>
                  <a:srgbClr val="D5E0EB"/>
                </a:solidFill>
                <a:latin typeface="Noto Sans KR Medium" panose="020B0200000000000000" pitchFamily="50" charset="-127"/>
              </a:rPr>
              <a:t> · </a:t>
            </a:r>
            <a:r>
              <a:rPr sz="1100" b="0" dirty="0" err="1">
                <a:solidFill>
                  <a:srgbClr val="D5E0EB"/>
                </a:solidFill>
                <a:latin typeface="Noto Sans KR Medium" panose="020B0200000000000000" pitchFamily="50" charset="-127"/>
              </a:rPr>
              <a:t>상세</a:t>
            </a:r>
            <a:r>
              <a:rPr sz="1100" b="0" dirty="0">
                <a:solidFill>
                  <a:srgbClr val="D5E0EB"/>
                </a:solidFill>
                <a:latin typeface="Noto Sans KR Medium" panose="020B0200000000000000" pitchFamily="50" charset="-127"/>
              </a:rPr>
              <a:t> </a:t>
            </a:r>
            <a:r>
              <a:rPr sz="1100" b="0" dirty="0" err="1">
                <a:solidFill>
                  <a:srgbClr val="D5E0EB"/>
                </a:solidFill>
                <a:latin typeface="Noto Sans KR Medium" panose="020B0200000000000000" pitchFamily="50" charset="-127"/>
              </a:rPr>
              <a:t>참고문헌</a:t>
            </a:r>
            <a:endParaRPr sz="1100" b="0" dirty="0">
              <a:solidFill>
                <a:srgbClr val="D5E0EB"/>
              </a:solidFill>
              <a:latin typeface="Noto Sans KR Medium" panose="020B0200000000000000" pitchFamily="50" charset="-127"/>
            </a:endParaRPr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D6137587-A6E0-4C25-A04E-E188479C9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</TotalTime>
  <Words>1164</Words>
  <Application>Microsoft Office PowerPoint</Application>
  <PresentationFormat>와이드스크린</PresentationFormat>
  <Paragraphs>268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9" baseType="lpstr">
      <vt:lpstr>Noto Sans JP Medium</vt:lpstr>
      <vt:lpstr>Arial</vt:lpstr>
      <vt:lpstr>Noto Sans KR Medium</vt:lpstr>
      <vt:lpstr>Calibri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Soo Hur</dc:creator>
  <cp:keywords/>
  <dc:description>generated using python-pptx</dc:description>
  <cp:lastModifiedBy>Soo Hur</cp:lastModifiedBy>
  <cp:revision>73</cp:revision>
  <dcterms:created xsi:type="dcterms:W3CDTF">2013-01-27T09:14:16Z</dcterms:created>
  <dcterms:modified xsi:type="dcterms:W3CDTF">2026-08-20T23:42:19Z</dcterms:modified>
  <cp:category/>
</cp:coreProperties>
</file>